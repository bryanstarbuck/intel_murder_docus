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74" r:id="rId2"/>
    <p:sldId id="323" r:id="rId3"/>
    <p:sldId id="275" r:id="rId4"/>
    <p:sldId id="278" r:id="rId5"/>
    <p:sldId id="304" r:id="rId6"/>
    <p:sldId id="279" r:id="rId7"/>
    <p:sldId id="280" r:id="rId8"/>
    <p:sldId id="283" r:id="rId9"/>
    <p:sldId id="286" r:id="rId10"/>
    <p:sldId id="272" r:id="rId11"/>
    <p:sldId id="276" r:id="rId12"/>
    <p:sldId id="289" r:id="rId13"/>
    <p:sldId id="290" r:id="rId14"/>
    <p:sldId id="291" r:id="rId15"/>
    <p:sldId id="273" r:id="rId16"/>
    <p:sldId id="292" r:id="rId17"/>
    <p:sldId id="293" r:id="rId18"/>
    <p:sldId id="294" r:id="rId19"/>
    <p:sldId id="288" r:id="rId20"/>
    <p:sldId id="295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5" r:id="rId29"/>
    <p:sldId id="306" r:id="rId30"/>
    <p:sldId id="307" r:id="rId31"/>
    <p:sldId id="308" r:id="rId32"/>
    <p:sldId id="309" r:id="rId33"/>
    <p:sldId id="310" r:id="rId34"/>
    <p:sldId id="277" r:id="rId35"/>
    <p:sldId id="311" r:id="rId36"/>
    <p:sldId id="312" r:id="rId37"/>
    <p:sldId id="313" r:id="rId38"/>
    <p:sldId id="314" r:id="rId39"/>
    <p:sldId id="315" r:id="rId40"/>
    <p:sldId id="316" r:id="rId41"/>
    <p:sldId id="317" r:id="rId42"/>
    <p:sldId id="318" r:id="rId43"/>
    <p:sldId id="322" r:id="rId44"/>
    <p:sldId id="281" r:id="rId45"/>
    <p:sldId id="320" r:id="rId46"/>
    <p:sldId id="321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/>
    <p:restoredTop sz="98824"/>
  </p:normalViewPr>
  <p:slideViewPr>
    <p:cSldViewPr snapToGrid="0">
      <p:cViewPr varScale="1">
        <p:scale>
          <a:sx n="262" d="100"/>
          <a:sy n="262" d="100"/>
        </p:scale>
        <p:origin x="2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52D83E-74AB-3646-8A13-99BB64ACBD28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4941E9-2A29-D24C-9FC1-C625B8635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0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645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453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02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62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6549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298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1885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437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24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427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51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52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35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194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987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19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4557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814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4970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428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788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9205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1266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3885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9854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50364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2165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5576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274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4050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8908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7488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539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4941E9-2A29-D24C-9FC1-C625B863599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215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Alfredo Rodriguez: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Alfredo Rodriguez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6403055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8938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Epstein's personal BUTLER who stole the 97-page "BLACK BOOK" — prosecutors called it "The Holy Grail."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book contained 1,500+ names including Bill Clinton, Donald Trump, and Prince Andrew.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Rodriguez said he NEEDED the book as "LIFE INSURANCE" — he believed his life was in danger.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got 18 MONTHS in prison for hiding it — the same sentence as Epstein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widow said: "He knew ALL about Prince Andrew." Dead at 60 from rare cancer. Secrets went to the grave.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fredo_Rodrigue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3217" y="274061"/>
            <a:ext cx="4383932" cy="7916627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⏺ Here's the filtered list of Americans, murdered suspiciously (SUSPICIOUS or higher)</a:t>
            </a:r>
          </a:p>
          <a:p>
            <a:r>
              <a:rPr lang="en-US" dirty="0"/>
              <a:t>  within the last 20 years (2006+), with a substantial connection making them a target:</a:t>
            </a:r>
          </a:p>
          <a:p>
            <a:endParaRPr lang="en-US" dirty="0"/>
          </a:p>
          <a:p>
            <a:r>
              <a:rPr lang="en-US" dirty="0"/>
              <a:t>  - Jeffrey Epstein — 2019, HIGHLY SUSPICIOUS. Sex-trafficking kingpin found dead in</a:t>
            </a:r>
          </a:p>
          <a:p>
            <a:r>
              <a:rPr lang="en-US" dirty="0"/>
              <a:t>  federal custody before trial. Both cameras failed, guards asleep.</a:t>
            </a:r>
          </a:p>
          <a:p>
            <a:r>
              <a:rPr lang="en-US" dirty="0"/>
              <a:t>  - Mark Middleton — 2022, HIGHLY SUSPICIOUS. Clinton White House aide who signed Epstein</a:t>
            </a:r>
          </a:p>
          <a:p>
            <a:r>
              <a:rPr lang="en-US" dirty="0"/>
              <a:t>  into the White House. Found hanged at remote Arkansas ranch with shotgun wound.</a:t>
            </a:r>
          </a:p>
          <a:p>
            <a:r>
              <a:rPr lang="en-US" dirty="0"/>
              <a:t>  - Steve Bing — 2020, HIGHLY SUSPICIOUS. Hollywood producer and major Clinton donor who</a:t>
            </a:r>
          </a:p>
          <a:p>
            <a:r>
              <a:rPr lang="en-US" dirty="0"/>
              <a:t>  provided Clinton's personal 737. Fell from 27th floor. Named in Epstein file releases.</a:t>
            </a:r>
          </a:p>
          <a:p>
            <a:r>
              <a:rPr lang="en-US" dirty="0"/>
              <a:t>  - Carolyn Andriano — 2023, HIGHLY SUSPICIOUS. Epstein victim and accuser. Found dead in</a:t>
            </a:r>
          </a:p>
          <a:p>
            <a:r>
              <a:rPr lang="en-US" dirty="0"/>
              <a:t>  West Palm Beach hotel at age 36.</a:t>
            </a:r>
          </a:p>
          <a:p>
            <a:r>
              <a:rPr lang="en-US" dirty="0"/>
              <a:t>  - Leigh Skye Patrick — 2017, HIGHLY SUSPICIOUS. Epstein victim found dead in West Palm</a:t>
            </a:r>
          </a:p>
          <a:p>
            <a:r>
              <a:rPr lang="en-US" dirty="0"/>
              <a:t>  Beach hotel room at age 29.</a:t>
            </a:r>
          </a:p>
          <a:p>
            <a:r>
              <a:rPr lang="en-US" dirty="0"/>
              <a:t>  - Daniel Anderl — 2020, HIGHLY SUSPICIOUS. 20-year-old son of Judge Esther Salas, who had</a:t>
            </a:r>
          </a:p>
          <a:p>
            <a:r>
              <a:rPr lang="en-US" dirty="0"/>
              <a:t>   just been assigned the Epstein-Deutsche Bank case. Gunman came to their home.</a:t>
            </a:r>
          </a:p>
          <a:p>
            <a:r>
              <a:rPr lang="en-US" dirty="0"/>
              <a:t>  - Philip Marshall — 2013, HIGHLY SUSPICIOUS. Author investigating CIA drug running and</a:t>
            </a:r>
          </a:p>
          <a:p>
            <a:r>
              <a:rPr lang="en-US" dirty="0"/>
              <a:t>  9/11. Found shot dead in his California home alongside his two children and dog. Ruled</a:t>
            </a:r>
          </a:p>
          <a:p>
            <a:r>
              <a:rPr lang="en-US" dirty="0"/>
              <a:t>  murder-suicide.</a:t>
            </a:r>
          </a:p>
          <a:p>
            <a:r>
              <a:rPr lang="en-US" dirty="0"/>
              <a:t>  - Michael Hastings — 2013, HIGHLY SUSPICIOUS. Journalist investigating CIA and military.</a:t>
            </a:r>
          </a:p>
          <a:p>
            <a:r>
              <a:rPr lang="en-US" dirty="0"/>
              <a:t>  Told friends he was being investigated by the FBI hours before his car exploded at high</a:t>
            </a:r>
          </a:p>
          <a:p>
            <a:r>
              <a:rPr lang="en-US" dirty="0"/>
              <a:t>  speed in LA.</a:t>
            </a:r>
          </a:p>
          <a:p>
            <a:r>
              <a:rPr lang="en-US" dirty="0"/>
              <a:t>  - Mark McCandlish — 2021, HIGHLY SUSPICIOUS. Aerospace illustrator who testified about</a:t>
            </a:r>
          </a:p>
          <a:p>
            <a:r>
              <a:rPr lang="en-US" dirty="0"/>
              <a:t>  classified antigravity craft. Shot in head at home days before scheduled Senate</a:t>
            </a:r>
          </a:p>
          <a:p>
            <a:r>
              <a:rPr lang="en-US" dirty="0"/>
              <a:t>  Intelligence Committee testimony.</a:t>
            </a:r>
          </a:p>
          <a:p>
            <a:r>
              <a:rPr lang="en-US" dirty="0"/>
              <a:t>  - Amy Eskridge — 2022, HIGHLY SUSPICIOUS. NASA rocket scientist in Huntsville, Alabama</a:t>
            </a:r>
          </a:p>
          <a:p>
            <a:r>
              <a:rPr lang="en-US" dirty="0"/>
              <a:t>  found dead at age 35 under suspicious circumstances.</a:t>
            </a:r>
          </a:p>
          <a:p>
            <a:r>
              <a:rPr lang="en-US" dirty="0"/>
              <a:t>  - John Rossi — 2016, HIGHLY SUSPICIOUS. Aerospace engineer found dead at Redstone Arsenal</a:t>
            </a:r>
          </a:p>
          <a:p>
            <a:r>
              <a:rPr lang="en-US" dirty="0"/>
              <a:t>   in Huntsville, Alabama.</a:t>
            </a:r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— 2006, HIGHLY SUSPICIOUS. Engineering student researching</a:t>
            </a:r>
          </a:p>
          <a:p>
            <a:r>
              <a:rPr lang="en-US" dirty="0"/>
              <a:t>  unconventional energy. Shot and killed in Minneapolis at age 25.</a:t>
            </a:r>
          </a:p>
          <a:p>
            <a:r>
              <a:rPr lang="en-US" dirty="0"/>
              <a:t>  - Job Price — 2012, HIGHLY SUSPICIOUS. US soldier found dead at forward operating base in</a:t>
            </a:r>
          </a:p>
          <a:p>
            <a:r>
              <a:rPr lang="en-US" dirty="0"/>
              <a:t>   Afghanistan under unexplained circumstances.</a:t>
            </a:r>
          </a:p>
          <a:p>
            <a:r>
              <a:rPr lang="en-US" dirty="0"/>
              <a:t>  - Abdulrahman al-Awlaki — 2011, HIGHLY SUSPICIOUS. 16-year-old American citizen killed by</a:t>
            </a:r>
          </a:p>
          <a:p>
            <a:r>
              <a:rPr lang="en-US" dirty="0"/>
              <a:t>   CIA drone strike in Yemen without charge or trial. Son of Anwar al-Awlaki.</a:t>
            </a:r>
          </a:p>
          <a:p>
            <a:r>
              <a:rPr lang="en-US" dirty="0"/>
              <a:t>  - Anwar al-Awlaki — 2011, CONFIRMED. American citizen killed by CIA drone strike in</a:t>
            </a:r>
          </a:p>
          <a:p>
            <a:r>
              <a:rPr lang="en-US" dirty="0"/>
              <a:t>  Yemen. First known deliberate killing of a US citizen by the US government without trial.</a:t>
            </a:r>
          </a:p>
          <a:p>
            <a:r>
              <a:rPr lang="en-US" dirty="0"/>
              <a:t>  - Andrew Breitbart — 2012, SUSPICIOUS. Conservative media founder who publicly called out</a:t>
            </a:r>
          </a:p>
          <a:p>
            <a:r>
              <a:rPr lang="en-US" dirty="0"/>
              <a:t>   Podesta's connection to underage trafficking. Died at 43 of sudden heart attack.</a:t>
            </a:r>
          </a:p>
          <a:p>
            <a:r>
              <a:rPr lang="en-US" dirty="0"/>
              <a:t>  Coroner's technician died of arsenic poisoning weeks later.</a:t>
            </a:r>
          </a:p>
          <a:p>
            <a:r>
              <a:rPr lang="en-US" dirty="0"/>
              <a:t>  - Christopher Sign — 2021, SUSPICIOUS. ABC News anchor who broke the Clinton-Lynch tarmac</a:t>
            </a:r>
          </a:p>
          <a:p>
            <a:r>
              <a:rPr lang="en-US" dirty="0"/>
              <a:t>   meeting story. Died at 45, ruled suicide. Had received death threats.</a:t>
            </a:r>
          </a:p>
          <a:p>
            <a:r>
              <a:rPr lang="en-US" dirty="0"/>
              <a:t>  - Isaac Kappy — 2019, SUSPICIOUS. Actor who publicly accused Hollywood figures of</a:t>
            </a:r>
          </a:p>
          <a:p>
            <a:r>
              <a:rPr lang="en-US" dirty="0"/>
              <a:t>  pedophilia and claimed to possess Epstein blackmail files. Fell from Arizona bridge 60</a:t>
            </a:r>
          </a:p>
          <a:p>
            <a:r>
              <a:rPr lang="en-US" dirty="0"/>
              <a:t>  days before Epstein's arrest. Repeatedly stated on video "if I die, it wasn't suicide."</a:t>
            </a:r>
          </a:p>
          <a:p>
            <a:r>
              <a:rPr lang="en-US" dirty="0"/>
              <a:t>  - Nancy Schaefer — 2010, SUSPICIOUS. Georgia state senator who exposed CPS child</a:t>
            </a:r>
          </a:p>
          <a:p>
            <a:r>
              <a:rPr lang="en-US" dirty="0"/>
              <a:t>  trafficking networks. Shot in back. Ruled murder-suicide while she was completing a</a:t>
            </a:r>
          </a:p>
          <a:p>
            <a:r>
              <a:rPr lang="en-US" dirty="0"/>
              <a:t>  documentary exposé.</a:t>
            </a:r>
          </a:p>
          <a:p>
            <a:r>
              <a:rPr lang="en-US" dirty="0"/>
              <a:t>  - Seth Rich — 2016, SUSPICIOUS. DNC staffer shot twice in the back in Washington DC.</a:t>
            </a:r>
          </a:p>
          <a:p>
            <a:r>
              <a:rPr lang="en-US" dirty="0"/>
              <a:t>  Nothing stolen. Case remains unsolved.</a:t>
            </a:r>
          </a:p>
          <a:p>
            <a:r>
              <a:rPr lang="en-US" dirty="0"/>
              <a:t>  - Peter Smith — 2017, SUSPICIOUS. Republican operative found dead of helium asphyxiation</a:t>
            </a:r>
          </a:p>
          <a:p>
            <a:r>
              <a:rPr lang="en-US" dirty="0"/>
              <a:t>  in Minnesota hotel 10 days after WSJ interview. Left note saying "NO FOUL PLAY</a:t>
            </a:r>
          </a:p>
          <a:p>
            <a:r>
              <a:rPr lang="en-US" dirty="0"/>
              <a:t>  WHATSOEVER." Mueller investigation sought his testimony.</a:t>
            </a:r>
          </a:p>
          <a:p>
            <a:r>
              <a:rPr lang="en-US" dirty="0"/>
              <a:t>  - Thomas Bowers — 2019, SUSPICIOUS. Deutsche Bank executive who processed Epstein's</a:t>
            </a:r>
          </a:p>
          <a:p>
            <a:r>
              <a:rPr lang="en-US" dirty="0"/>
              <a:t>  financial transactions. Found hanged at his Malibu home.</a:t>
            </a:r>
          </a:p>
          <a:p>
            <a:r>
              <a:rPr lang="en-US" dirty="0"/>
              <a:t>  - Aaron Swartz — 2013, SUSPICIOUS. Reddit co-founder who built </a:t>
            </a:r>
            <a:r>
              <a:rPr lang="en-US" dirty="0" err="1"/>
              <a:t>SecureDrop</a:t>
            </a:r>
            <a:r>
              <a:rPr lang="en-US" dirty="0"/>
              <a:t> whistleblower</a:t>
            </a:r>
          </a:p>
          <a:p>
            <a:r>
              <a:rPr lang="en-US" dirty="0"/>
              <a:t>  tool. Found hanged at 26 while facing 35 years in prison for downloading academic</a:t>
            </a:r>
          </a:p>
          <a:p>
            <a:r>
              <a:rPr lang="en-US" dirty="0"/>
              <a:t>  articles. Father said "he was killed by the government."</a:t>
            </a:r>
          </a:p>
          <a:p>
            <a:r>
              <a:rPr lang="en-US" dirty="0"/>
              <a:t>  - Philip Haney — 2020, SUSPICIOUS. DHS whistleblower who exposed the shutdown of Muslim</a:t>
            </a:r>
          </a:p>
          <a:p>
            <a:r>
              <a:rPr lang="en-US" dirty="0"/>
              <a:t>  surveillance programs. Found shot dead in California park-and-ride lot.</a:t>
            </a:r>
          </a:p>
          <a:p>
            <a:r>
              <a:rPr lang="en-US" dirty="0"/>
              <a:t>  - Philip Leonard — 2024, SUSPICIOUS. Los Alamos National Laboratory employee found dead</a:t>
            </a:r>
          </a:p>
          <a:p>
            <a:r>
              <a:rPr lang="en-US" dirty="0"/>
              <a:t>  near the facility. Part of a cluster of suspicious deaths near weapons labs.</a:t>
            </a:r>
          </a:p>
          <a:p>
            <a:r>
              <a:rPr lang="en-US" dirty="0"/>
              <a:t>  - Jonathan Nichols — 2019, SUSPICIOUS. Oklahoma state senator who authored child abuse</a:t>
            </a:r>
          </a:p>
          <a:p>
            <a:r>
              <a:rPr lang="en-US" dirty="0"/>
              <a:t>  protection laws and pushed death penalty for repeat child molesters. Found dead of</a:t>
            </a:r>
          </a:p>
          <a:p>
            <a:r>
              <a:rPr lang="en-US" dirty="0"/>
              <a:t>  gunshot wound to chest.</a:t>
            </a:r>
          </a:p>
          <a:p>
            <a:r>
              <a:rPr lang="en-US" dirty="0"/>
              <a:t>  - Steven Hoffenberg — 2022, SUSPICIOUS. Epstein's early business partner who helped build</a:t>
            </a:r>
          </a:p>
          <a:p>
            <a:r>
              <a:rPr lang="en-US" dirty="0"/>
              <a:t>   the financial fraud operation. Found dead at home in Connecticut.</a:t>
            </a:r>
          </a:p>
          <a:p>
            <a:r>
              <a:rPr lang="en-US" dirty="0"/>
              <a:t>  - Andrew Stewart — 2020, SUSPICIOUS. Epstein's personal chef described as "the holy grail</a:t>
            </a:r>
          </a:p>
          <a:p>
            <a:r>
              <a:rPr lang="en-US" dirty="0"/>
              <a:t>   — he knew everything." Died in his sleep as lawyers sought to subpoena him.</a:t>
            </a:r>
          </a:p>
          <a:p>
            <a:r>
              <a:rPr lang="en-US" dirty="0"/>
              <a:t>  - Joseph Calabrese — 2019, SUSPICIOUS. NYPD detective who allegedly viewed contents of</a:t>
            </a:r>
          </a:p>
          <a:p>
            <a:r>
              <a:rPr lang="en-US" dirty="0"/>
              <a:t>  the Weiner laptop. Part of a cluster of 4+ NYPD deaths in 22 days.</a:t>
            </a:r>
          </a:p>
          <a:p>
            <a:r>
              <a:rPr lang="en-US" dirty="0"/>
              <a:t>  - Steven Silks — 2019, SUSPICIOUS. NYPD Deputy Chief allegedly connected to Weiner laptop</a:t>
            </a:r>
          </a:p>
          <a:p>
            <a:r>
              <a:rPr lang="en-US" dirty="0"/>
              <a:t>   review. First in a rapid cluster of NYPD suicides.</a:t>
            </a:r>
          </a:p>
          <a:p>
            <a:r>
              <a:rPr lang="en-US" dirty="0"/>
              <a:t>  - Karl Wolfe — 2018, SUSPICIOUS. Former Air Force sergeant who testified publicly about</a:t>
            </a:r>
          </a:p>
          <a:p>
            <a:r>
              <a:rPr lang="en-US" dirty="0"/>
              <a:t>  seeing NASA photographs of structures on the far side of the moon.</a:t>
            </a:r>
          </a:p>
          <a:p>
            <a:r>
              <a:rPr lang="en-US" dirty="0"/>
              <a:t>  - Fred Bell — 2011, SUSPICIOUS. Physicist and UAP whistleblower who died two days after</a:t>
            </a:r>
          </a:p>
          <a:p>
            <a:r>
              <a:rPr lang="en-US" dirty="0"/>
              <a:t>  filming an interview about classified programs for Jesse Ventura's show.</a:t>
            </a:r>
          </a:p>
          <a:p>
            <a:r>
              <a:rPr lang="en-US" dirty="0"/>
              <a:t>  - Jacob Prichard — 2025, SUSPICIOUS. Connected to Air Force Research Laboratory. Found</a:t>
            </a:r>
          </a:p>
          <a:p>
            <a:r>
              <a:rPr lang="en-US" dirty="0"/>
              <a:t>  dead in West Milton, Ohio as part of October 2025 AFRL death cluster.</a:t>
            </a:r>
          </a:p>
          <a:p>
            <a:r>
              <a:rPr lang="en-US" dirty="0"/>
              <a:t>  - Jaymee Prichard — 2025, SUSPICIOUS. Connected to AFRL cluster. Found dead in car trunk</a:t>
            </a:r>
          </a:p>
          <a:p>
            <a:r>
              <a:rPr lang="en-US" dirty="0"/>
              <a:t>  at same West Milton location.</a:t>
            </a:r>
          </a:p>
          <a:p>
            <a:r>
              <a:rPr lang="en-US" dirty="0"/>
              <a:t>  - Jaime Gustitus — 2025, SUSPICIOUS. AFRL-connected, found dead in Sugarcreek Township,</a:t>
            </a:r>
          </a:p>
          <a:p>
            <a:r>
              <a:rPr lang="en-US" dirty="0"/>
              <a:t>  Ohio. Part of the same October 2025 cluster.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1071816-4ABE-EC44-50D8-7FBF361ABDFD}"/>
              </a:ext>
            </a:extLst>
          </p:cNvPr>
          <p:cNvSpPr txBox="1">
            <a:spLocks/>
          </p:cNvSpPr>
          <p:nvPr/>
        </p:nvSpPr>
        <p:spPr>
          <a:xfrm>
            <a:off x="306421" y="98963"/>
            <a:ext cx="4383932" cy="7916627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  - Virginia Giuffre — Top Epstein accuser. Posted "not suicidal." Died by gunshot</a:t>
            </a:r>
          </a:p>
          <a:p>
            <a:r>
              <a:rPr lang="en-US" dirty="0"/>
              <a:t>   in Australia. Father says "somebody got to her." $20M+ missing from estate.</a:t>
            </a:r>
          </a:p>
          <a:p>
            <a:r>
              <a:rPr lang="en-US" dirty="0"/>
              <a:t>  - Carolyn Andriano — Key Maxwell trial witness. Mother says she was drug-free.</a:t>
            </a:r>
          </a:p>
          <a:p>
            <a:r>
              <a:rPr lang="en-US" dirty="0"/>
              <a:t>  Second Epstein victim to die in a Palm Beach hotel room.</a:t>
            </a:r>
          </a:p>
          <a:p>
            <a:r>
              <a:rPr lang="en-US" dirty="0"/>
              <a:t>  - Mark Middleton — Clinton aide who arranged Epstein's White House access. Found</a:t>
            </a:r>
          </a:p>
          <a:p>
            <a:r>
              <a:rPr lang="en-US" dirty="0"/>
              <a:t>   hanged and shot. Death records sealed by judge.</a:t>
            </a:r>
          </a:p>
          <a:p>
            <a:r>
              <a:rPr lang="en-US" dirty="0"/>
              <a:t>  - Steve Bing — Major Clinton donor ($25M to Foundation). Named in Epstein files.</a:t>
            </a:r>
          </a:p>
          <a:p>
            <a:r>
              <a:rPr lang="en-US" dirty="0"/>
              <a:t>   Fell from 27th floor. Trust named Clinton Foundation as sole beneficiary.</a:t>
            </a:r>
          </a:p>
          <a:p>
            <a:r>
              <a:rPr lang="en-US" dirty="0"/>
              <a:t>  - Daniel Anderl — Federal judge's 20-year-old son. Shot at home 4 days after his</a:t>
            </a:r>
          </a:p>
          <a:p>
            <a:r>
              <a:rPr lang="en-US" dirty="0"/>
              <a:t>   mother was assigned the Epstein-Deutsche Bank case. Gunman had intel ties.</a:t>
            </a:r>
          </a:p>
          <a:p>
            <a:r>
              <a:rPr lang="en-US" dirty="0"/>
              <a:t>  - Jeffrey Epstein — Found hanged in jail. Guards asleep, cameras failed, brother</a:t>
            </a:r>
          </a:p>
          <a:p>
            <a:r>
              <a:rPr lang="en-US" dirty="0"/>
              <a:t>   says murder.</a:t>
            </a:r>
          </a:p>
          <a:p>
            <a:r>
              <a:rPr lang="en-US" dirty="0"/>
              <a:t>  - Leigh Skye Patrick — Lured to Epstein's mansion at 16. Died of heroin overdose</a:t>
            </a:r>
          </a:p>
          <a:p>
            <a:r>
              <a:rPr lang="en-US" dirty="0"/>
              <a:t>   in Palm Beach hotel. Twin sister said addiction "started with Epstein."</a:t>
            </a:r>
          </a:p>
          <a:p>
            <a:r>
              <a:rPr lang="en-US" dirty="0"/>
              <a:t>  - Michael Hastings — Rolling Stone journalist working on CIA Director Brennan</a:t>
            </a:r>
          </a:p>
          <a:p>
            <a:r>
              <a:rPr lang="en-US" dirty="0"/>
              <a:t>  story. Mercedes exploded at high speed. Richard Clarke said crash "consistent</a:t>
            </a:r>
          </a:p>
          <a:p>
            <a:r>
              <a:rPr lang="en-US" dirty="0"/>
              <a:t>  with car cyber attack."</a:t>
            </a:r>
          </a:p>
          <a:p>
            <a:r>
              <a:rPr lang="en-US" dirty="0"/>
              <a:t>  - Nikolai </a:t>
            </a:r>
            <a:r>
              <a:rPr lang="en-US" dirty="0" err="1"/>
              <a:t>Mushegian</a:t>
            </a:r>
            <a:r>
              <a:rPr lang="en-US" dirty="0"/>
              <a:t> — </a:t>
            </a:r>
            <a:r>
              <a:rPr lang="en-US" dirty="0" err="1"/>
              <a:t>MakerDAO</a:t>
            </a:r>
            <a:r>
              <a:rPr lang="en-US" dirty="0"/>
              <a:t> co-founder. Tweeted about CIA/Mossad sex</a:t>
            </a:r>
          </a:p>
          <a:p>
            <a:r>
              <a:rPr lang="en-US" dirty="0"/>
              <a:t>  trafficking ring in Puerto Rico; drowned 4 hours later.</a:t>
            </a:r>
          </a:p>
          <a:p>
            <a:r>
              <a:rPr lang="en-US" dirty="0"/>
              <a:t>  - Ashley Haynes — Found in Arkansas River with 58-lb concrete block tied to</a:t>
            </a:r>
          </a:p>
          <a:p>
            <a:r>
              <a:rPr lang="en-US" dirty="0"/>
              <a:t>  ankle with extension cord. Died 4 months before Middleton.</a:t>
            </a:r>
          </a:p>
          <a:p>
            <a:r>
              <a:rPr lang="en-US" dirty="0"/>
              <a:t>  - Steven Hoffenberg — FBI cooperator who exposed Epstein's blackmail operation.</a:t>
            </a:r>
          </a:p>
          <a:p>
            <a:r>
              <a:rPr lang="en-US" dirty="0"/>
              <a:t>  Found dead in apartment after 7+ days.</a:t>
            </a:r>
          </a:p>
          <a:p>
            <a:r>
              <a:rPr lang="en-US" dirty="0"/>
              <a:t>  - Trevor Moore — Comedy Central comedian who delivered Epstein "kill switch"</a:t>
            </a:r>
          </a:p>
          <a:p>
            <a:r>
              <a:rPr lang="en-US" dirty="0"/>
              <a:t>  theory to millions. Fell from balcony at 2:30 a.m.</a:t>
            </a:r>
          </a:p>
          <a:p>
            <a:r>
              <a:rPr lang="en-US" dirty="0"/>
              <a:t>  - Christopher Sign — ABC News journalist who broke the Clinton-Lynch tarmac</a:t>
            </a:r>
          </a:p>
          <a:p>
            <a:r>
              <a:rPr lang="en-US" dirty="0"/>
              <a:t>  meeting story. Found dead at home. Had received death threats.</a:t>
            </a:r>
          </a:p>
          <a:p>
            <a:r>
              <a:rPr lang="en-US" dirty="0"/>
              <a:t>  - Philip Haney — DHS whistleblower on trafficking. Died of gunshot, ruled</a:t>
            </a:r>
          </a:p>
          <a:p>
            <a:r>
              <a:rPr lang="en-US" dirty="0"/>
              <a:t>  suicide. Family doubts ruling.</a:t>
            </a:r>
          </a:p>
          <a:p>
            <a:r>
              <a:rPr lang="en-US" dirty="0"/>
              <a:t>  - Andrew "Chef Andy" Stewart — Epstein's personal chef. Maria Farmer called him</a:t>
            </a:r>
          </a:p>
          <a:p>
            <a:r>
              <a:rPr lang="en-US" dirty="0"/>
              <a:t>  "the holy grail — he knew everything." Died just as lawyers sought to subpoena</a:t>
            </a:r>
          </a:p>
          <a:p>
            <a:r>
              <a:rPr lang="en-US" dirty="0"/>
              <a:t>  him.</a:t>
            </a:r>
          </a:p>
          <a:p>
            <a:r>
              <a:rPr lang="en-US" dirty="0"/>
              <a:t>  - Isaac Kappy — Named Hollywood pedophiles publicly. Said "if I die, it wasn't</a:t>
            </a:r>
          </a:p>
          <a:p>
            <a:r>
              <a:rPr lang="en-US" dirty="0"/>
              <a:t>  suicide." Fell from bridge.</a:t>
            </a:r>
          </a:p>
          <a:p>
            <a:r>
              <a:rPr lang="en-US" dirty="0"/>
              <a:t>  - Tracy Twyman — Continued Kappy's research into elite pedophilia. Left a dead</a:t>
            </a:r>
          </a:p>
          <a:p>
            <a:r>
              <a:rPr lang="en-US" dirty="0"/>
              <a:t>  man's switch. Found hanged in garage.</a:t>
            </a:r>
          </a:p>
          <a:p>
            <a:r>
              <a:rPr lang="en-US" dirty="0"/>
              <a:t>  - Thomas Bowers — Deutsche Bank executive who personally managed Epstein's</a:t>
            </a:r>
          </a:p>
          <a:p>
            <a:r>
              <a:rPr lang="en-US" dirty="0"/>
              <a:t>  money. Found hanged at home.</a:t>
            </a:r>
          </a:p>
          <a:p>
            <a:r>
              <a:rPr lang="en-US" dirty="0"/>
              <a:t>  - Jonathan Nichols — Oklahoma state senator who authored the death penalty for</a:t>
            </a:r>
          </a:p>
          <a:p>
            <a:r>
              <a:rPr lang="en-US" dirty="0"/>
              <a:t>  repeat child molesters. Died of gunshot wound to chest the same week as</a:t>
            </a:r>
          </a:p>
          <a:p>
            <a:r>
              <a:rPr lang="en-US" dirty="0"/>
              <a:t>  Collins-Smith.</a:t>
            </a:r>
          </a:p>
          <a:p>
            <a:r>
              <a:rPr lang="en-US" dirty="0"/>
              <a:t>  - Chris Cornell — Backed child trafficking documentary. Wife disputes suicide</a:t>
            </a:r>
          </a:p>
          <a:p>
            <a:r>
              <a:rPr lang="en-US" dirty="0"/>
              <a:t>  ruling. Found hanged.</a:t>
            </a:r>
          </a:p>
          <a:p>
            <a:r>
              <a:rPr lang="en-US" dirty="0"/>
              <a:t>  - Chester Bennington — Cornell's close friend. Died by same method on Cornell's</a:t>
            </a:r>
          </a:p>
          <a:p>
            <a:r>
              <a:rPr lang="en-US" dirty="0"/>
              <a:t>  birthday.</a:t>
            </a:r>
          </a:p>
          <a:p>
            <a:r>
              <a:rPr lang="en-US" dirty="0"/>
              <a:t>  - Anthony Bourdain — Vocal against abusers in entertainment. Found hanged in</a:t>
            </a:r>
          </a:p>
          <a:p>
            <a:r>
              <a:rPr lang="en-US" dirty="0"/>
              <a:t>  France with no warning.</a:t>
            </a:r>
          </a:p>
          <a:p>
            <a:r>
              <a:rPr lang="en-US" dirty="0"/>
              <a:t>  - Peter Smith — Republican operative. Died in hotel 10 days after WSJ interview</a:t>
            </a:r>
          </a:p>
          <a:p>
            <a:r>
              <a:rPr lang="en-US" dirty="0"/>
              <a:t>  about Clinton emails. Left note saying "NO FOUL PLAY WHATSOEVER."</a:t>
            </a:r>
          </a:p>
          <a:p>
            <a:r>
              <a:rPr lang="en-US" dirty="0"/>
              <a:t>  - Deputy Chief Steven Silks — NYPD officer who allegedly viewed Weiner laptop</a:t>
            </a:r>
          </a:p>
          <a:p>
            <a:r>
              <a:rPr lang="en-US" dirty="0"/>
              <a:t>  contents. First of 4 NYPD deaths in 22 days.</a:t>
            </a:r>
          </a:p>
          <a:p>
            <a:r>
              <a:rPr lang="en-US" dirty="0"/>
              <a:t>  - Det. Joseph Calabrese — NYPD detective who allegedly viewed Weiner laptop.</a:t>
            </a:r>
          </a:p>
          <a:p>
            <a:r>
              <a:rPr lang="en-US" dirty="0"/>
              <a:t>  Died day after Silks.</a:t>
            </a:r>
          </a:p>
          <a:p>
            <a:r>
              <a:rPr lang="en-US" dirty="0"/>
              <a:t>  - Officer Michael Caddy — NYPD, age 29. Allegedly viewed Weiner laptop.</a:t>
            </a:r>
          </a:p>
          <a:p>
            <a:r>
              <a:rPr lang="en-US" dirty="0"/>
              <a:t>  - Officer Kevin Preiss — NYPD. Allegedly viewed Weiner laptop.</a:t>
            </a:r>
          </a:p>
          <a:p>
            <a:r>
              <a:rPr lang="en-US" dirty="0"/>
              <a:t>  - Sgt. Terrence McAvoy — NYPD. Allegedly viewed Weiner laptop.</a:t>
            </a:r>
          </a:p>
          <a:p>
            <a:r>
              <a:rPr lang="en-US" dirty="0"/>
              <a:t>  - Johnny Rios — NYPD. Allegedly viewed Weiner laptop.</a:t>
            </a:r>
          </a:p>
          <a:p>
            <a:r>
              <a:rPr lang="en-US" dirty="0"/>
              <a:t>  - Robert Echeverria — NYPD. Allegedly viewed Weiner laptop.</a:t>
            </a:r>
          </a:p>
          <a:p>
            <a:r>
              <a:rPr lang="en-US" dirty="0"/>
              <a:t>  - Aaron Swartz — Reddit co-founder. Built </a:t>
            </a:r>
            <a:r>
              <a:rPr lang="en-US" dirty="0" err="1"/>
              <a:t>SecureDrop</a:t>
            </a:r>
            <a:r>
              <a:rPr lang="en-US" dirty="0"/>
              <a:t> whistleblower tool. Found</a:t>
            </a:r>
          </a:p>
          <a:p>
            <a:r>
              <a:rPr lang="en-US" dirty="0"/>
              <a:t>  hanged facing 35 years. MIT accepted Epstein money during his prosecution.</a:t>
            </a:r>
          </a:p>
          <a:p>
            <a:r>
              <a:rPr lang="en-US" dirty="0"/>
              <a:t>  - Andrew Breitbart — Called out Podesta as "underage sex slave op</a:t>
            </a:r>
          </a:p>
          <a:p>
            <a:r>
              <a:rPr lang="en-US" dirty="0"/>
              <a:t>  cover-</a:t>
            </a:r>
            <a:r>
              <a:rPr lang="en-US" dirty="0" err="1"/>
              <a:t>upperer</a:t>
            </a:r>
            <a:r>
              <a:rPr lang="en-US" dirty="0"/>
              <a:t>." Dead at 43 a year later. Coroner's tech died of arsenic</a:t>
            </a:r>
          </a:p>
          <a:p>
            <a:r>
              <a:rPr lang="en-US" dirty="0"/>
              <a:t>  poisoning after signing autopsy.</a:t>
            </a:r>
          </a:p>
          <a:p>
            <a:r>
              <a:rPr lang="en-US" dirty="0"/>
              <a:t>  - Mary Kennedy — RFK Jr.'s ex-wife and Maxwell friend. Flew on Epstein's plane.</a:t>
            </a:r>
          </a:p>
          <a:p>
            <a:r>
              <a:rPr lang="en-US" dirty="0"/>
              <a:t>  Epstein emailed "whoops" upon learning of her death.</a:t>
            </a:r>
          </a:p>
          <a:p>
            <a:r>
              <a:rPr lang="en-US" dirty="0"/>
              <a:t>  - Ted Gunderson — Former FBI SAC who investigated Franklin scandal and elite</a:t>
            </a:r>
          </a:p>
          <a:p>
            <a:r>
              <a:rPr lang="en-US" dirty="0"/>
              <a:t>  blackmail for decades. Described "brownstone operations" years before Epstein</a:t>
            </a:r>
          </a:p>
          <a:p>
            <a:r>
              <a:rPr lang="en-US" dirty="0"/>
              <a:t>  was exposed.</a:t>
            </a:r>
          </a:p>
          <a:p>
            <a:r>
              <a:rPr lang="en-US" dirty="0"/>
              <a:t>  - Nancy Schaefer — Georgia state senator who exposed CPS child trafficking. Shot</a:t>
            </a:r>
          </a:p>
          <a:p>
            <a:r>
              <a:rPr lang="en-US" dirty="0"/>
              <a:t>   in the back with untraceable gun. Was completing documentary expose.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Anastasia Drozdova: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56458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Anastasia Drozdova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52951"/>
            <a:ext cx="760977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Young Ukrainian model who JUMPED from an apartment building in Kyiv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friend Ruslana Korshunova died the EXACT same way ONE YEAR earlier — fell from the 9th floor in New York.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Korshunova had flown on Epstein's PRIVATE JET to his island at age 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Both women attended "Rose of the World" cult sessions in Moscow — both had DRAMATIC personality changes after.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young models. Same social circle. Same method of death. One year apart.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astasia_Drozdov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962" y="1084146"/>
            <a:ext cx="357127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ne_Hech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633" y="1084146"/>
            <a:ext cx="2892736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Anne Heche: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Anne Heche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Drove her car at HIGH SPEED into a house in LA — massive FIREBALL engulfed the vehicle and the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starred in a child trafficking film. Viral posts said "she KNEW TOO MUCH."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a childhood sexual abuse SURVIVOR who spoke publicly about her father raping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the 2022 DEATH CLUSTER — same year as Brunel (hanged), Middleton (hanged + shot), and Hoffenberg (found 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Cocaine and marijuana found in her system. Ruled accidental. She was 53 with three sons.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Gina Hutchinson: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3273" y="4888333"/>
            <a:ext cx="4550222" cy="153097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Gina Hutchinson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90362" y="641294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8505" y="192823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Age 33. Found dead of a SHOTGUN wound to the head at a Buddhist monastery.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one of Keith Raniere's EARLIEST sexual abuse victims — first targeted when she was approximately 14 or 15 years old.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Raniere told her she must "leave her body" to achieve SPIRITUAL TRANSCENDENCE — language that could constitute encouraging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hands were NOT PROPERLY TESTED for gunpowder residue. She was not known to OWN firearms.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Just FOUR MONTHS later, another woman connected to Raniere — Kristin Snyder — DISAPPEARED and was never found.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ina_Hutchins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02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thony_Bourd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1910" y="1084146"/>
            <a:ext cx="2767384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Anthony Bourdain: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Anthony Bourdain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95304" y="6346648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HANGED in his French hotel room at age 61. No narcotics in his system. No signs of struggle.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most VOCAL public advocates against powerful abusers — defended #MeToo accusers against Harvey Weinstein.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best friend Eric Ripert said there were NO WARNING SIGNS. His mother said no indication of suicidal thoughts.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was the FIFTH in the 2017-2018 celebrity cluster: Cornell, Bennington, Avicii, Spade, then Bourdain — all within 13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girlfriend Asia Argento was photographed with another man days before. The prosecution said it was "impulsive."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Arthur Shapiro: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Arthur Shapiro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771316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BULLETS fired point-blank into his head as he fled a secret meeting in his red BMW at a Columbus CEMETERY.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Les Wexner's financial lawyer — WEEKS away from being questioned by the IRS about illegal tax shelters.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murder, Jeffrey Epstein TOOK HIS POSITION managing Wexner's BILLIONS — the foundation of Epstein's entire empire.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Prime suspect Berry Kessler was a CONVICTED murder-for-hire organizer with an FBI-documented link to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murder remains UNSOLVED. A Columbus official was charged with ordering the DESTRUCTION of the police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Avicii Tim Bergling: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Avicii Tim Bergling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873037"/>
            <a:ext cx="816568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World-famous DJ dead at 28 from self-inflicted wounds with BROKEN GLASS in an Oman hotel room.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2015 music video "For a Better Day" EXPLICITLY depicted a child trafficking ring being exposed and destroyed.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said: "The promise of a better life traps families and children into being used as tools for the most DESPICABLE people on Earth."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called him a "FRAGILE artistic soul" who "could not go on any longer."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Third death in the 2017-2018 cluster — Cornell, Bennington, Avicii, Spade, Bourdain — all dead within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vicii_Tim_Bergl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876" y="1084146"/>
            <a:ext cx="28734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Berry Kessler: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Berry Kessler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PRIME SUSPECT in the murder of Arthur Shapiro — the man whose death gave Epstein control of Wexner's billions.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Convicted of masterminding TWO separate murder-for-hire plots. A judge called him a "clever, cunning and merciless KILLER."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documents reference a POSSIBLE LINK between Kessler and Jeffrey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84 in a Georgia federal prison — before he could EVER be questioned about the Shapiro-Epstein connection.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Columbus official was CHARGED with ordering the destruction of the Shapiro homicide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erry_Kess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841" y="1084146"/>
            <a:ext cx="342552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Owen: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Owen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804895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sister Alisha was about to TESTIFY in the Franklin child abuse case, naming powerful Nebraska politicians and businessmen.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HOURS before her court appearance — widely seen as a WARNING to silence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He (Aaron) found HANGED in his jail cell at age 17 — held on a JOYRIDING charge.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Signs of a BEATING before the "suicide" — yet the case was never pursued.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Alisha refused to recant. She got 9 to 15 YEARS for "perjury" — longer than the man she accused.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aron_Ow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4055" y="1084146"/>
            <a:ext cx="288309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Breitbart: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Andrew Breitbart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912840"/>
            <a:ext cx="8359710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Dropped DEAD of heart failure at age 43 while walking near his home — hours after telling a friend he had EXPLOSIVE videos to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2011 he tweeted: "How prog-guru John Podesta isn't household name as world class UNDERAGE SEX SLAVE OP cover-</a:t>
            </a:r>
            <a:r>
              <a:rPr dirty="0" err="1"/>
              <a:t>upperer</a:t>
            </a:r>
            <a:r>
              <a:rPr dirty="0"/>
              <a:t> is beyond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Eyewitness said his face was BRIGHT RED — consistent with POISONING, not cardiac arrest, where victims turn blue or gray.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coroner's technician who handled his AUTOPSY died of suspected ARSENIC POISONING weeks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broke the original Weiner sexting scandal — the laptop that later allegedly tied to Epstein-adjacent networks.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Breitb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66" y="1084146"/>
            <a:ext cx="290727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Chester Bennington: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Chester Bennington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Linkin Park's lead singer found HANGED at age 41 — on what would have been Chris Cornell's 53rd BIRTHDAY.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Cornell died the EXACT same way just TWO MONTHS earlier. Bennington gave his eulogy.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were allegedly connected to an unreleased documentary EXPOSING child sex trafficking in elite circles.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Bennington was sexually abused starting at AGE 7 and was open about wanting to expose child exploitation.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2017-2018 death cluster: Cornell, Bennington, Avicii, Spade, Bourdain — FIVE hangings or self-inflicted deaths 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ester_Benningt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 Cornell: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 Cornell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Soundgarden vocalist found HANGED in his MGM Grand hotel room at age 52 — hours after performing a concert.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hired a forensic expert who said the suicide ruling was PREMATURE and questions remain UNANSWERED.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backing a child trafficking DOCUMENTARY before his death. The project reportedly HALTED after he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told him he sounded "unlike himself" on their last call. He may have taken extra ATIVAN — a drug that impairs judgment.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months later, his best friend Chester Bennington hanged himself on Cornell's BIRTHDAY. Same method. Same year.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_Corne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Christine Van Hees: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Christine Van Hees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16-year-old Brussels girl TORTURED, murdered, and set on FIRE in the basement of an abandoned mushroom farm in 1984.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Neighbors heard her screaming "MOM!" — no one called police.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witness later identified Marc Dutroux and Michel Nihoul as participants in her KILLING — with details matching non-public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judge who DISMISSED the testimony was Nihoul's wife's former LAWYER. His sister was the GODMOTHER of Nihoul's child.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statute of limitations expired in 2014. Her murder remains UNSOLVED. She would have been 59 today.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ine_Van_He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8334" y="1084146"/>
            <a:ext cx="257453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Alexis Arquette: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7861446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Transgender actress from the famous Arquette family — appeared in Pulp Fiction and The Wedding Singer.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Publicly ACCUSED multiple Hollywood A-listers of secret misconduct and hypocrisy.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"gearing up" to write a TELL-ALL MEMOIR exposing what she called Hollywood's DIRTIEST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Hollywood figures were reportedly TERRIFIED her unfinished writings would be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at 47 from cardiac arrest related to HIV. Her death fits the pattern — Cornell, Bennington, Kappy — all spoke up, all gone.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exis_Arque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573" y="1063309"/>
            <a:ext cx="2574535" cy="3856982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Alexis Arquette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7740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Sign: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Sign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ABC News anchor who BROKE the story of the secret Clinton-Lynch TARMAC meeting during the Hillary email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45 in his Alabama home — ruled suicide. Survived by a wife and THREE YOUNG SONS.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 receiving SIGNIFICANT death threats after the story. His family's credit cards were HACKED.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established SECRET CODE WORDS with his children as a security measure against the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the book "Secret on the Tarmac" detailing everything. Former Alabama football player. Dead five years later.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opher_Sig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4756" y="1084146"/>
            <a:ext cx="366169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Corey Haim: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Corey Haim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1980s teen heartthrob from The Lost Boys — allegedly RAPED on a film set at age 13 by an older 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Spiraled into 25 years of addiction. Obtained 553 PILLS from multiple doctors in his final 32 days.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38 of pneumonia and heart disease — his body destroyed by decades of drug abuse triggered by CHILDHOOD SEXUAL TRAUMA.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before #MeToo could give him a platform to NAME his abusers. His friend Corey Feldman later named names.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 he called her screaming as a teenager: "MOM, come and get me! He's not getting off me!"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orey_Ha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764" y="1084146"/>
            <a:ext cx="265167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Craig Spence: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Craig Spence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820312"/>
            <a:ext cx="8376062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DC lobbyist who ran a SEXUAL BLACKMAIL ring — bugged his mansion to RECORD powerful government officials in compromising situations.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Arranged UNAUTHORIZED midnight White House tours with male escorts — including a 15-YEAR-OLD BOY he called his "son."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in a Boston Ritz-Carlton at age 49, dressed in a TUXEDO with Mozart playing and a CIA clipping about protecting agents.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friends he would be KILLED. Barricaded his hotel door. Wrote on the mirror: "Consider this my RESIGNATION."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operation is the DIRECT PRECURSOR to Epstein's. Same model: sex, surveillance, and blackmail of the powerful.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raig_Spe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463" y="1084146"/>
            <a:ext cx="3144278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Brice Karen Gordon: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5437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Brice Karen Gordon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4339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New Zealand couple who managed Epstein's 7,560-acre ZORRO RANCH for nearly TWO DECADES — they saw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Epstein's death and Maxwell's arrest, they VANISHED. No address. No social media. Complete ghosts.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former employee said: "I can't believe Karen and Brice have hardly been spoken about. They're GHOSTS."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 anonymous employee alleged two foreign girls were BURIED near the ranch. The Gordons would know.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Zorro Ranch is the ONLY Epstein property that was NEVER RAIDED by the FBI. New Mexico is now subpoenaing them.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rice_Karen_Gord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Denise George: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93899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Denise George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USVI Attorney General who aggressively sued Epstein's estate and JPMorgan Chase — FIRED just FOUR DAYS after filing the JPMorgan lawsuit.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FBI she felt THREATENED after pursuing the case. The governor pressured her: "I can't get you to LET THIS GO?"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 messages show the governor texting Epstein directly: "We got u" and "For u absolutely."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Secured a $105 MILLION settlement from Epstein's estate — the governor wanted her to settle for $80M.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first lady was allegedly on Epstein's PAYROLL at $200,000/year and helped weaken sex offender monitoring laws.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enise_Geor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side the Baffling Story of 'Murder in Monaco'">
            <a:extLst>
              <a:ext uri="{FF2B5EF4-FFF2-40B4-BE49-F238E27FC236}">
                <a16:creationId xmlns:a16="http://schemas.microsoft.com/office/drawing/2014/main" id="{B8AD3AE2-C284-F188-EA34-1E81154973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25"/>
          <a:stretch>
            <a:fillRect/>
          </a:stretch>
        </p:blipFill>
        <p:spPr bwMode="auto">
          <a:xfrm>
            <a:off x="8425726" y="1071885"/>
            <a:ext cx="3715966" cy="5027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Edmund Safra: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14281" y="533232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Edmund Safra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34052" y="608856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873037"/>
            <a:ext cx="761295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Billionaire banker DIED of smoke inhalation in an arson fire at his Monaco penthouse. Age 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actively cooperating with the FBI on a $21.4 BILLION Russian money laundering investigation through his Republic National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nurse confessed to starting the fire to "stage a rescue" — a motive that strains credulity for someone employed only a SHORT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killed BOTH Safra and the only other witness in the panic room — nurse Vivian Torrente.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bank had connections to financial networks documented as ADJACENT to Epstein's intelligence-linked operations.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Efrain Stone Reyes: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Efrain Stone Reyes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LAST CELLMATE — transferred out just ONE DAY before Epstein was found dead. Age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Attorney General William Barr PERSONALLY questioned him about Epstein's death, telling him: "I owe you a favor."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the bunk frames were NOT TALL ENOUGH to allow for hanging — "It just didn't seem right."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COVID-19 WEEKS after talking to federal investigators probing Epstein's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niece said guards were "treating him like crap" and making him SLEEP ON THE FLOOR after he was questioned.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frain_Stone_Rey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Ella 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Ella 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TO DEATH alongside her fiance Frank Yassenoff in Columbus, Ohio. Both murders UNSOLVED since 1970.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business partner Berry Kessler was SUSPECTED but never charged — the same man later CONVICTED of a murder-for-hire.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Kessler was also the PRIME SUSPECT in the Arthur Shapiro murder — the killing that created Epstein's OPENING to Les Wexner's fortune.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files from the Yassenoff-Rich murder WENT MISSING during the Shapiro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judge later called Kessler "a clever, cunning and MERCILESS KILLER."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lla_R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941" y="1084146"/>
            <a:ext cx="295932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Emily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Emily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Page Six editor at the New York Post who received an EMAIL from a former MCC inmate claiming Epstein was MURDERED inside his prison.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described DISABLED CAMERAS, a "GOON SQUAD" that recorded killings, and direct DEATH THREATS against the inmate.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was followed by 24 FULLY REDACTED PAGES in the 2026 DOJ Epstein files — no explanation given.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inmate wrote: "They will come into your room at night and beat you over the head with a FIRE EXTINGUISHER and KILL YOU."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receiving firsthand witness claims, NO STORY was ever published by the New York Post.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mily_Smi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367" y="1084146"/>
            <a:ext cx="311046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Esther Salas: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Esther Salas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Federal judge assigned the Epstein-Deutsche Bank case on July 15, 2020. FOUR DAYS LATER a gunman murdered her 20-year-old son Daniel at their front door.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was SHOT THREE TIMES and critically wounded. She was in the basement and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gunman had INTELLIGENCE TIES — worked for Kroll Associates in Moscow, the "CIA of Wall Street," which had DIRECT business ties to Deutsche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Gunman found dead the next day. The case SETTLED quietly for $26.25 million — NO Epstein client list ever produced.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Four people connected to Epstein's Deutsche Bank finances have DIED — Broeksmit, Bowers, Anderl, and Val Broeksmit.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sther_Sa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127" y="1084146"/>
            <a:ext cx="2734950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Gabriel Magee: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Gabriel Magee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VP who FELL from the 33-story bank headquarters in London's Canary Wharf. Age 39.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in JPMorgan's fixed income technology for TEN YEARS — overlapping exactly with the bank's $1 BILLION in suspicious Epstein transactions.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TWO DAYS after Deutsche Bank exec William Broeksmit was found HANGED — part of a cluster of banker deaths in 2014.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current JPMorgan employees and TWO former employees died under unusual circumstances in just SIX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later paid $365 MILLION in settlements to Epstein victims and the USVI.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abriel_Mage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526" y="1084146"/>
            <a:ext cx="32141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Ghislaine Maxwell: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Ghislaine Maxwell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convicted Epstein co-conspirator still alive. Serving 20 years. Her brother says publicly: "She's NOT suicidal."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Deputy AG for NINE HOURS under limited immunity — but provided NO incriminating information about high-profile individuals.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Invoked the FIFTH AMENDMENT before Congress. Her lawyer said she'd "speak fully and honestly" only if Trump grants CLEMENCY.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lawyers are fighting release of 90,000 PAGES of documents. She named FOUR unindicted co-conspirators and alleged 25 SECRET SETTLEMENTS.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 found hanged. Brunel found hanged. She is the LAST ONE who knows everything — and she's behind bars.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hislaine_Maxwe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735" y="1084146"/>
            <a:ext cx="344373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89387"/>
            <a:ext cx="8262210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Belgium's CHIEF PROSECUTOR overseeing the Dutroux pedophile case. Age 53. SHOT HIMSELF in the mouth.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 the SAME DAY he returned from a meeting with the Justice Minister about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eight-year-old girls STARVED TO DEATH in Dutroux's dungeon while police searched the house and HEARD THEM SCREAMING but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was one of approximately 20 SUSPICIOUS DEATHS of witnesses and officials connected to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suicide note was ever reported. He was simultaneously overseeing </a:t>
            </a:r>
            <a:br>
              <a:rPr lang="en-US" dirty="0"/>
            </a:br>
            <a:r>
              <a:rPr dirty="0"/>
              <a:t>the assassination case of politician Andre Cools.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Hubert Massa: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Hubert Massa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Hubert_Mas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519" y="1084146"/>
            <a:ext cx="285416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Ines Zorreguieta: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Ines Zorreguieta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33. Younger sister of QUEEN MAXIMA of the Netherlands. Found HANGED in her Buenos Aires apartment.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June 6, 2018 — ONE DAY after Kate Spade and TWO DAYS before Anthony Bourdain. All three died by HANGING in the same week.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worked with Argentina's National Secretariat for CHILDREN, YOUTH, and FAMILY and with the United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father served under Argentina's MILITARY DICTATORSHIP responsible for 30,000-40,000 disappearances during the "Dirty War."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psychology thesis was titled "Gender differences and their relation to SUICIDE" — eight years before her own death by the method she studied.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nes_Zorreguie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7111" y="1084146"/>
            <a:ext cx="385698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Ivana Trump: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Ivana Trump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Donald Trump's first wife. Age 73. Found DEAD at the bottom of her Manhattan townhouse staircase.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#EPSTEINED trended on Twitter with over 8,000 tweets after her death was announced.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2022 — the same year as Brunel (HANGED), Val Broeksmit (FOUND DEAD), Mark Middleton (HANGED), and Hoffenberg (DEAD).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delayed NY Attorney General DEPOSITIONS of the Trump family in a civil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Buried at Trump National Golf Club in Bedminster, NJ — a plot that some noted could provide TAX BENEFITS for the property.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vana_Trum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2147" y="1084146"/>
            <a:ext cx="296690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Jeffrey Epstein: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Jeffrey Epstein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63492" y="1891806"/>
            <a:ext cx="8041394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HANGED in his federal jail cell while awaiting trial on sex trafficking charges. Age 66. Guards ASLEEP. Cameras MALFUNCTIONING.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broken HYOID BONE — more commonly associated with HOMICIDE by strangulation than suicide by hanging.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2026 surveillance logs show an ORANGE-COLORED FIGURE moving toward Epstein's locked tier at 10:39 PM the night he died — NEVER mentioned in official reports.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Guards FALSIFIED check-in records. He was removed from SUICIDE WATCH despite a prior attempt weeks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brother calls it MURDER. "Epstein didn't kill himself" became the most widespread meme in modern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ffrey_Epste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548" y="1084146"/>
            <a:ext cx="323210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Jenny Moore: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Jenny Moore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police officer turned independent journalist investigating ELITE CHILD TRAFFICKING in Washington, DC.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reports with BOTH the FBI and Department of Homeland Security about trafficking allegations — WEEKS before she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DC-area hotel room of an "apparent seizure." Police said NOTHING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had interviewed a man who claimed he was "PIMPED OUT" to private elite events in DC as a YOUTH.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fits the pattern: Isaac Kappy, Tracy Twyman, Max Spiers — all researchers investigating elite trafficking, all DEAD.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nny_Moo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Jill Dando: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Jill Dando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912840"/>
            <a:ext cx="7612757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Britain's most famous TV journalist. Age 37. EXECUTED with a single bullet to the head on her own doorstep. Case UNSOLVED for 26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compiled a DOSSIER on a pedophile ring inside the BBC and handed it to senior management — they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Years later, the BBC was proven to have harbored JIMMY SAVILE, who abused HUNDREDS on BBC premises for 40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killing was a professional "HARD CONTACT EXECUTION" — gun pressed against the skull to muffle the shot. Neighbors heard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man convicted spent 8 years in prison before being ACQUITTED. The real killer was never caught.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ill_Da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1068" y="1084146"/>
            <a:ext cx="50090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148" y="1952950"/>
            <a:ext cx="7669609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Epstein's PERSONAL CHEF who "traveled everywhere with them for years" — Epstein and Maxwell.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Victim Maria Farmer called him the "HOLY GRAIL" of the case: "He knew EVERYTHING."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PEACEFULLY IN HIS SLEEP at age 62 — just as lawyers were seeking to SUBPOENA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name appears in the Epstein FLIGHT LOGS. No cause of death was 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between Epstein's death and Maxwell's arrest — during the most CRITICAL window for witnesses.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Stewart: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Andrew Stewart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Stew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882" y="1084146"/>
            <a:ext cx="3005440" cy="385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77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Ashe: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Ashe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president of the UN General Assembly. Age 61. A BARBELL CRUSHED HIS THROAT at home.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DAYS away from his corruption trial involving $1.3 million in bribes from a major CLINTON FOUNDATION donor.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UN initially said he died of a HEART ATTACK — then the medical examiner corrected it to traumatic ASPHYXIA with laryngeal fractures.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bribe-payer had been involved in illegal donations to Democrats in the 1990s "CHINAGATE" scandal.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ALONE when it happened. A barbell crushing the throat is one of the RAREST causes of death on record.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As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75" y="1084146"/>
            <a:ext cx="299765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Connolly: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Connolly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NYPD detective turned investigative journalist. Co-authored FILTHY RICH with James Patterson — one of the FIRST major Epstein exposes.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an "unending ROLODEX" — moved among Hollywood, Wall Street, politicians, and police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a "brief illness" during renewed investigation into the Epstein network.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in the documentary WHO KILLED JEFFREY EPSTEIN with decades of accumulated knowledge about the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is considered LIKELY NATURAL given his age — but his knowledge of the Epstein case was extraordinary.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Connol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049" y="1084146"/>
            <a:ext cx="261310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Marvin Minsky: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Marvin Minsky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co-founder of artificial intelligence and Turing Award winner. Named in Epstein COURT FILINGS.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Virginia Giuffre testified that Maxwell directed her to have SEX with the 73-year-old Minsky when she was 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"CLOSEST FRIEND at MIT" — even visited Epstein IN JAIL, according to MIT Media Lab co-founder.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scientist Richard Stallman RESIGNED after defending Minsky, saying the victim "likely presented herself as willing."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88 of cerebral hemorrhage. Not suspicious — but his ties show how DEEP Epstein infiltrated elite academia.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vin_Minsk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609" y="1084146"/>
            <a:ext cx="289998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Mary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Mary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RFK Jr.'s ex-wife found HANGED in her barn at age 52. She knew Ghislaine Maxwell through charity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When Eva Dubin emailed Epstein about her death, Epstein replied: "WHOOPS."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flew on Epstein's private plane at least TWICE — once to Palm Beach, once to South Dakota with her children.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gave her sisters RFK Jr.'s diary documenting 37 affairs with instructions: "PUBLISH IT if anything happens to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Lost custody of her four kids, financially cut off, husband dating another woman. Two PRIOR suicide attempts in the 1980s.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y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809" y="1084146"/>
            <a:ext cx="308558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Perry: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Perry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Friends star found FACE DOWN in his hot tub at age 54. His assistant injected him with ketamine SIX TO EIGHT TIMES a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people CRIMINALLY CHARGED — including two doctors and a dealer called the "KETAMINE QUEEN."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doctor texted: "I wonder how much this MORON will pay." Charged $2,000 per vial that cost $12 wholesale.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Ketamine Queen's FULL CLIENT LIST of Hollywood elite has NEVER been disclosed. Hollywood was "QUAKING."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Perry once said: "When I die, I don't want Friends to be the first thing mentioned. I want it to be that I HELPED people."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tthew_Per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4943" y="1084146"/>
            <a:ext cx="266131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researcher investigating ELITE PEDOPHILIA. Told his mother: "Your boy's in trouble. 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on a sofa in Warsaw, Poland TWO DAYS later.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police ruled "NATURAL CAUSES" without conducting a proper post-mortem. UK coroner called the investigation "WHOLLY INCOMPETENT."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Actual cause: pneumonia combined with TWICE the therapeutic dose of Xanax and potentially FATAL levels of oxycodone.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said: "Max had been DIGGING in dark places and I fear that somebody wanted him DEAD."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574" y="1084146"/>
            <a:ext cx="287405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Mona Juul: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Mona Juul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Norwegian ambassador. Epstein WILLED $5 MILLION to EACH of her children — approximately $10 million total.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RESIGNED from her diplomatic post in February 2026 after the DOJ file releases exposed her family's 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Norway's economic crime authority RAIDED her Oslo residence and launched a CORRUPTION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Terje Rod-Larsen was described as Epstein's "TOP DIPLOMATIC FIXER" — also under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Norway's Epstein RECKONING: a former PM charged, Crown Princess named 1,000 times in files, national crisis.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ona_Juu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992" y="1084146"/>
            <a:ext cx="340321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ikolai_Mushegi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84557" y="1084146"/>
            <a:ext cx="5142642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Nikolai Mushegian: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Nikolai Mushegian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06336" y="6346648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873037"/>
            <a:ext cx="802638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Tweeted: "CIA and Mossad and pedo elite are running a sex trafficking ring out of PUERTO RICO. They will TORTURE ME TO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FOUR HOURS LATER his body was found in the ocean. Age 29. Fully clothed with his WALLET still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crypto PIONEER — co-founded </a:t>
            </a:r>
            <a:r>
              <a:rPr dirty="0" err="1"/>
              <a:t>MakerDAO</a:t>
            </a:r>
            <a:r>
              <a:rPr dirty="0"/>
              <a:t>, helped create the DAI stablecoin. Donated $1.4M to Carnegie Mellon.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Puerto Rico is the SAME Caribbean region where Epstein ran his documented trafficking operation.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ruled it a RIPTIDE accident. No further investigation despite the most PRECISELY timed warning tweet in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1489" y="1100088"/>
            <a:ext cx="289484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2995"/>
            <a:ext cx="843282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Texted his mother: "Your boy's in TROUBLE. If anything happens to me, INVESTIGATE." Dead TWO DAYS later at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Vomited TWO LITRES of BLACK FLUID before dying in a Warsaw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British coroner called the Polish police investigation "WHOLLY INCOMPETENT" — the body was left overnight with NO examination.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investigating elite PEDOPHILE RINGS and government mind control programs — about to speak at a conference on who REALLY controls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Lethal opioids and a Turkish sedative were in his system — but the SOURCE of the drugs was never established.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Ashley Haynes: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Ashley Haynes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99819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in the Arkansas River with a 58-POUND CONCRETE BLOCK strapped to her ankle by an EXTENSION CORD.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SUICIDE. A yoga teacher who went paddleboarding and never came back.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Four months later, Clinton aide Mark Middleton was found dead — ALSO with an extension cord — in the same state.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Both deaths in ARKANSAS. Both involving extension cords. Both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said "no signs of foul play." She was 47 years old.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shley_Hay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161968"/>
            <a:ext cx="5164658" cy="370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479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7D5F4EDF-99CE-14E9-A78E-41E05ECC4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who testified the Obama-era government ordered him to DELETE hundreds of files on trafficking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SHOT DEAD in a California park-and-ride lot at age 66. Took TWO YEARS to officially rule it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had told many people: "If I am ever found dead of a 'suicide,' NEVER BELIEVE IT for a minute."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ENGAGED to be married, booking speaking events, working on a new book, and planning a trip to Israel.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"SERIOUSLY DOUBTS" the suicide conclusion. The FBI seized thumb drives and a laptop from his motorhome.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UN Ambassador for 11 YEARS. Collapsed at the Russian Mission in Manhattan. Dead at 64.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State Department BLOCKED the release of his autopsy results. "Diplomatic immunity survives his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one day before his 65th BIRTHDAY. No widely reported prior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of SEVEN Russian diplomats and officials dead within NINE months in 2016-2017.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Director of National Intelligence James Clapper called it a "CURIOUS PATTERN" of Russian deaths.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440" y="1084146"/>
            <a:ext cx="2526323" cy="38569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11095</Words>
  <Application>Microsoft Macintosh PowerPoint</Application>
  <PresentationFormat>Widescreen</PresentationFormat>
  <Paragraphs>1344</Paragraphs>
  <Slides>46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61</cp:revision>
  <dcterms:created xsi:type="dcterms:W3CDTF">2026-02-13T11:27:00Z</dcterms:created>
  <dcterms:modified xsi:type="dcterms:W3CDTF">2026-03-31T20:06:12Z</dcterms:modified>
</cp:coreProperties>
</file>