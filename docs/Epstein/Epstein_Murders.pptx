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87" r:id="rId23"/>
    <p:sldId id="288" r:id="rId24"/>
    <p:sldId id="289" r:id="rId25"/>
    <p:sldId id="290" r:id="rId26"/>
    <p:sldId id="291" r:id="rId27"/>
    <p:sldId id="292" r:id="rId28"/>
    <p:sldId id="293" r:id="rId29"/>
    <p:sldId id="294" r:id="rId30"/>
    <p:sldId id="295" r:id="rId31"/>
    <p:sldId id="296" r:id="rId32"/>
    <p:sldId id="297" r:id="rId33"/>
    <p:sldId id="298" r:id="rId34"/>
    <p:sldId id="299" r:id="rId35"/>
    <p:sldId id="300" r:id="rId36"/>
    <p:sldId id="301" r:id="rId37"/>
    <p:sldId id="302" r:id="rId38"/>
    <p:sldId id="303" r:id="rId39"/>
    <p:sldId id="304" r:id="rId40"/>
    <p:sldId id="305" r:id="rId41"/>
    <p:sldId id="306" r:id="rId42"/>
    <p:sldId id="307" r:id="rId43"/>
    <p:sldId id="308" r:id="rId44"/>
    <p:sldId id="309" r:id="rId45"/>
    <p:sldId id="310" r:id="rId46"/>
    <p:sldId id="311" r:id="rId47"/>
    <p:sldId id="312" r:id="rId48"/>
    <p:sldId id="313" r:id="rId49"/>
    <p:sldId id="314" r:id="rId50"/>
    <p:sldId id="315" r:id="rId51"/>
    <p:sldId id="316" r:id="rId52"/>
    <p:sldId id="317" r:id="rId53"/>
    <p:sldId id="318" r:id="rId54"/>
    <p:sldId id="319" r:id="rId55"/>
    <p:sldId id="320" r:id="rId56"/>
    <p:sldId id="321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17"/>
    <p:restoredTop sz="98824"/>
  </p:normalViewPr>
  <p:slideViewPr>
    <p:cSldViewPr snapToGrid="0">
      <p:cViewPr varScale="1">
        <p:scale>
          <a:sx n="320" d="100"/>
          <a:sy n="320" d="100"/>
        </p:scale>
        <p:origin x="22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3435C-1019-B440-684D-9E9A594CB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9680B3-A492-40F8-4024-888C7437B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100088"/>
            <a:ext cx="5387784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Bill Cooper: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Bill Cooper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PREDICTED 9/11 on his radio show in June 2001: "Something TERRIBLE is going to happen. They'll blame Osama bin Laden. DON'T BELIEVE IT."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Shot dead by sheriff's deputies in a MIDNIGHT tactical raid just 56 DAYS after the attacks he warned about.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The Clinton White House called him "the most DANGEROUS radio host in America."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He told his audience: "They're going to come up here in the middle of the NIGHT and shoot me DEAD." They did.</a:t>
            </a:r>
          </a:p>
        </p:txBody>
      </p:sp>
    </p:spTree>
    <p:extLst>
      <p:ext uri="{BB962C8B-B14F-4D97-AF65-F5344CB8AC3E}">
        <p14:creationId xmlns:p14="http://schemas.microsoft.com/office/powerpoint/2010/main" val="202537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00870-13C9-8167-3D3C-434C1CBA9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87B1714-2414-11F2-824A-F36A7607C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73" y="1084146"/>
            <a:ext cx="5164658" cy="38569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Virginia Giuffre: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https://intelligencemurders.com/intelligence-service-murders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Virginia Giuffree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Epstein's MOST PROMINENT accuser. Posted publicly: "In NO WAY am I suicidal. Too many evil people want to see me QUIETED."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Found dead by GUNSHOT in rural Australia -- a country with some of the world's STRICTEST gun laws. Age 41.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Her father told Piers Morgan: "Somebody GOT to her." No coroner's report released nearly a YEAR later.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Received an estimated $22 MILLION in settlements. Her estate was valued at just $311,000. Where did the MONEY go?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One month before her death, she had severe injuries police say did NOT come from the car accident she described.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9354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Owen: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Owen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17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HANGED in his jail cell at age 17 — held on a JOYRIDING charge.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sister Alisha was about to TESTIFY in the Franklin child abuse case, naming powerful Nebraska politicians and businessmen.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died HOURS before her court appearance — widely seen as a WARNING to silence 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Signs of a BEATING before the "suicide" — yet the case was never pursued.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Alisha refused to recant. She got 9 to 15 YEARS for "perjury" — longer than the man she accused.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aron_Ow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4055" y="1084146"/>
            <a:ext cx="2883094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Alexis Arquette: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Alexis Arquette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Transgender actress from the famous Arquette family — appeared in Pulp Fiction and The Wedding Singer.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Publicly ACCUSED multiple Hollywood A-listers of secret misconduct and hypocrisy.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"gearing up" to write a TELL-ALL MEMOIR exposing what she called Hollywood's DIRTIEST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Hollywood figures were reportedly TERRIFIED her unfinished writings would be published.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47 from cardiac arrest related to HIV. Her death fits the pattern — Cornell, Bennington, Kappy — all spoke up, all gone.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lexis_Arquet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8334" y="1084146"/>
            <a:ext cx="257453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Alfredo Rodriguez: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Alfredo Rodriguez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Epstein's personal BUTLER who stole the 97-page "BLACK BOOK" — prosecutors called it "The Holy Grail."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book contained 1,500+ names including Bill Clinton, Donald Trump, and Prince Andrew.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Rodriguez said he NEEDED the book as "LIFE INSURANCE" — he believed his life was in danger.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got 18 MONTHS in prison for hiding it — the same sentence as Epstein himself.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widow said: "He knew ALL about Prince Andrew." Dead at 60 from rare cancer. Secrets went to the grave.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lfredo_Rodriguez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Anastasia Drozdova: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Anastasia Drozdova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Young Ukrainian model who JUMPED from an apartment building in Kyiv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friend Ruslana Korshunova died the EXACT same way ONE YEAR earlier — fell from the 9th floor in New York.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Korshunova had flown on Epstein's PRIVATE JET to his island at age 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women attended "Rose of the World" cult sessions in Moscow — both had DRAMATIC personality changes after.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young models. Same social circle. Same method of death. One year apart.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astasia_Drozdov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962" y="1084146"/>
            <a:ext cx="357127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Andrew Breitbart: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Andrew Breitbart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Dropped DEAD of heart failure at age 43 while walking near his home — hours after telling a friend he had EXPLOSIVE videos to release.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2011 he tweeted: "How prog-guru John Podesta isn't household name as world class UNDERAGE SEX SLAVE OP cover-upperer is beyond me."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Eyewitness said his face was BRIGHT RED — consistent with POISONING, not cardiac arrest, where victims turn blue or gray.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coroner's technician who handled his AUTOPSY died of suspected ARSENIC POISONING weeks later.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broke the original Weiner sexting scandal — the laptop that later allegedly tied to Epstein-adjacent networks.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drew_Breitb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66" y="1084146"/>
            <a:ext cx="290727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Andrew Stewart: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Andrew Stewart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Epstein's PERSONAL CHEF who "traveled everywhere with them for years" — Epstein and Maxwell.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Victim Maria Farmer called him the "HOLY GRAIL" of the case: "He knew EVERYTHING."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PEACEFULLY IN HIS SLEEP at age 62 — just as lawyers were seeking to SUBPOENA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name appears in the Epstein FLIGHT LOGS. No cause of death was ever publicly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died between Epstein's death and Maxwell's arrest — during the most CRITICAL window for witnesses.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drew_Stew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882" y="1084146"/>
            <a:ext cx="3005440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Anne Heche: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Anne Heche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Drove her car at HIGH SPEED into a house in LA — massive FIREBALL engulfed the vehicle and the home.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just starred in a child trafficking film. Viral posts said "she KNEW TOO MUCH."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a childhood sexual abuse SURVIVOR who spoke publicly about her father raping 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the 2022 DEATH CLUSTER — same year as Brunel (hanged), Middleton (hanged + shot), and Hoffenberg (found dead).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Cocaine and marijuana found in her system. Ruled accidental. She was 53 with three sons.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ne_Hech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234" y="1084146"/>
            <a:ext cx="289273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Anthony Bourdain: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Anthony Bourdain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HANGED in his French hotel room at age 61. No narcotics in his system. No signs of struggle.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most VOCAL public advocates against powerful abusers — defended #MeToo accusers against Harvey Weinstein.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best friend Eric Ripert said there were NO WARNING SIGNS. His mother said no indication of suicidal thoughts.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was the FIFTH in the 2017-2018 celebrity cluster: Cornell, Bennington, Avicii, Spade, then Bourdain — all within 13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girlfriend Asia Argento was photographed with another man days before. The prosecution said it was "impulsive."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thony_Bourd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1910" y="1084146"/>
            <a:ext cx="2767384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Arthur Shapiro: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Arthur Shapiro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BULLETS fired point-blank into his head as he fled a secret meeting in his red BMW at a Columbus CEMETERY.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Les Wexner's financial lawyer — WEEKS away from being questioned by the IRS about illegal tax shelters.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After his murder, Jeffrey Epstein TOOK HIS POSITION managing Wexner's BILLIONS — the foundation of Epstein's entire empire.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Prime suspect Berry Kessler was a CONVICTED murder-for-hire organizer with an FBI-documented link to Epstein.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murder remains UNSOLVED. A Columbus official was charged with ordering the DESTRUCTION of the police report.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rthur_Shapi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6244" y="1084146"/>
            <a:ext cx="255871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Ashley Haynes: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Ashley Haynes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DROWNED in the Arkansas River with a 58-POUND CONCRETE BLOCK strapped to her ankle by an EXTENSION CORD.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Ruled SUICIDE. A yoga teacher who went paddleboarding and never came back.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Four months later, Clinton aide Mark Middleton was found dead — ALSO with an extension cord — in the same state.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deaths in ARKANSAS. Both involving extension cords. Both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Police said "no signs of foul play." She was 47 years old.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shley_Hay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273" y="1161968"/>
            <a:ext cx="5164658" cy="37013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Austin Tucker Martin: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Austin Tucker Martin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21-year-old North Carolina sketch artist SHOT DEAD by Secret Service after breaching Mar-a-Lago with a shotgun.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week earlier he texted a coworker: "Evil is REAL and UNMISTAKABLE" — referring to the Epstein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a Trump supporter and devout Christian who became FIXATED on the Epstein file releases.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Coworkers said he was OUTRAGED that powerful people were "getting away with it."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first known CIVILIAN to die directly motivated by the Epstein file disclosures.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ustin_Tucker_Mart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273" y="1566533"/>
            <a:ext cx="5164658" cy="28922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Avicii Tim Bergling: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Avicii Tim Bergling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World-famous DJ dead at 28 from self-inflicted wounds with BROKEN GLASS in an Oman hotel room.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2015 music video "For a Better Day" EXPLICITLY depicted a child trafficking ring being exposed and destroyed.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said: "The promise of a better life traps families and children into being used as tools for the most DESPICABLE people on Earth."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family called him a "FRAGILE artistic soul" who "could not go on any longer."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Third death in the 2017-2018 cluster — Cornell, Bennington, Avicii, Spade, Bourdain — all dead within 13 months.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vicii_Tim_Bergl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8876" y="1084146"/>
            <a:ext cx="287345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 Stanley Pons: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 Stanley Pons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Cold fusion scientist whose 1989 discovery promised UNLIMITED CLEAN ENERGY — then his career was destroyed.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2009 Epstein emails released by the DOJ, Epstein wrote: "regarding cold fusion. I KILLED PONS years ago."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 allegedly used his network to push BUDGET CUTS that ended US government cold fusion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email recipient Al Seckel — married to Ghislaine Maxwell's SISTER — was later found dead at the base of a 100-foot cliff in France.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Pons fled to France, renounced his US citizenship, and has not been heard from in DECADES.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_Stanley_P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234" y="1084146"/>
            <a:ext cx="289273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Barry Seal: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Barry Seal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CIA drug pilot ASSASSINATED at age 46 — six .45-caliber bullets to the chest, neck, and head in a Salvation Army parking lot.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lawyer told the judge the halfway house order was a "DEATH SENTENCE" — the judge stripped his weapons and bodyguards anyway.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ran drug smuggling operations out of MENA, ARKANSAS — the same networks later documented as enabling the Epstein operation.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one of the most important DEA informants EVER — his evidence took down Medellin Cartel leaders including Pablo Escobar.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Three Colombian hitmen were convicted. But the REAL question is who made sure he was left completely UNPROTECTED.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arry_S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208" y="1084146"/>
            <a:ext cx="2936788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Berry Kessler: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Berry Kessler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PRIME SUSPECT in the murder of Arthur Shapiro — the man whose death gave Epstein control of Wexner's billions.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Convicted of masterminding TWO separate murder-for-hire plots. A judge called him a "clever, cunning and merciless KILLER."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FBI documents reference a POSSIBLE LINK between Kessler and Jeffrey Epstein.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84 in a Georgia federal prison — before he could EVER be questioned about the Shapiro-Epstein connection.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Columbus official was CHARGED with ordering the destruction of the Shapiro homicide report.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erry_Kess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841" y="1084146"/>
            <a:ext cx="342552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Bill Richardson: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Bill Richardson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New Mexico GOVERNOR who met Epstein at least NINE TIMES after Epstein's 2008 sex crime conviction.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Virginia Giuffre testified she was sexually TRAFFICKED to Richardson while UNDERAGE in the early 2000s.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Flight logs show Richardson traveled with Epstein and THREE OF HIS VICTIMS from the British to US Virgin Islands.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 donated $50,000 to his governor campaigns. Richardson oversaw the state where Epstein's ZORRO RANCH sat.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children's hospital that bore his name QUIETLY REMOVED IT amid the Epstein file revelations. Dead at 75 in his sleep.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ill_Richards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6731" y="1084146"/>
            <a:ext cx="275774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Brice Karen Gordon: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Brice Karen Gordon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New Zealand couple who managed Epstein's 7,560-acre ZORRO RANCH for nearly TWO DECADES — they saw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After Epstein's death and Maxwell's arrest, they VANISHED. No address. No social media. Complete ghosts.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former employee said: "I can't believe Karen and Brice have hardly been spoken about. They're GHOSTS."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 anonymous employee alleged two foreign girls were BURIED near the ranch. The Gordons would know.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Zorro Ranch is the ONLY Epstein property that was NEVER RAIDED by the FBI. New Mexico is now subpoenaing them.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rice_Karen_Gord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Chester Bennington: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Chester Bennington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Linkin Park's lead singer found HANGED at age 41 — on what would have been Chris Cornell's 53rd BIRTHDAY.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Cornell died the EXACT same way just TWO MONTHS earlier. Bennington gave his eulogy.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were allegedly connected to an unreleased documentary EXPOSING child sex trafficking in elite circles.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Bennington was sexually abused starting at AGE 7 and was open about wanting to expose child exploitation.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2017-2018 death cluster: Cornell, Bennington, Avicii, Spade, Bourdain — FIVE hangings or self-inflicted deaths in 13 months.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ester_Benningt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3155" y="1084146"/>
            <a:ext cx="256489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 Cornell: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 Cornell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Soundgarden vocalist found HANGED in his MGM Grand hotel room at age 52 — hours after performing a concert.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hired a forensic expert who said the suicide ruling was PREMATURE and questions remain UNANSWERED.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backing a child trafficking DOCUMENTARY before his death. The project reportedly HALTED after he died.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told him he sounded "unlike himself" on their last call. He may have taken extra ATIVAN — a drug that impairs judgment.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months later, his best friend Chester Bennington hanged himself on Cornell's BIRTHDAY. Same method. Same year.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_Corne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234" y="1084146"/>
            <a:ext cx="289273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Christine Van Hees: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Christine Van Hees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16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16-year-old Brussels girl TORTURED, murdered, and set on FIRE in the basement of an abandoned mushroom farm in 1984.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Neighbors heard her screaming "MOM!" — no one called police.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witness later identified Marc Dutroux and Michel Nihoul as participants in her KILLING — with details matching non-public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judge who DISMISSED the testimony was Nihoul's wife's former LAWYER. His sister was the GODMOTHER of Nihoul's child.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statute of limitations expired in 2014. Her murder remains UNSOLVED. She would have been 59 today.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tine_Van_He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8334" y="1084146"/>
            <a:ext cx="257453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Sign: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Sign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ABC News anchor who BROKE the story of the secret Clinton-Lynch TARMAC meeting during the Hillary email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at age 45 in his Alabama home — ruled suicide. Survived by a wife and THREE YOUNG SONS.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Reported receiving SIGNIFICANT death threats after the story. His family's credit cards were HACKED.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established SECRET CODE WORDS with his children as a security measure against the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Wrote the book "Secret on the Tarmac" detailing everything. Former Alabama football player. Dead five years later.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topher_Sig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4756" y="1084146"/>
            <a:ext cx="366169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Corey Haim: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Corey Haim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1980s teen heartthrob from The Lost Boys — allegedly RAPED on a film set at age 13 by an older actor.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Spiraled into 25 years of addiction. Obtained 553 PILLS from multiple doctors in his final 32 days.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38 of pneumonia and heart disease — his body destroyed by decades of drug abuse triggered by CHILDHOOD SEXUAL TRAUMA.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died before #MeToo could give him a platform to NAME his abusers. His friend Corey Feldman later named names.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mother said he called her screaming as a teenager: "MOM, come and get me! He's not getting off me!"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orey_Ha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764" y="1084146"/>
            <a:ext cx="265167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Craig Spence: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Craig Spence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DC lobbyist who ran a SEXUAL BLACKMAIL ring — bugged his mansion to RECORD powerful government officials in compromising situations.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Arranged UNAUTHORIZED midnight White House tours with male escorts — including a 15-YEAR-OLD BOY he called his "son."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a Boston Ritz-Carlton at age 49, dressed in a TUXEDO with Mozart playing and a CIA clipping about protecting agents.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friends he would be KILLED. Barricaded his hotel door. Wrote on the mirror: "Consider this my RESIGNATION."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operation is the DIRECT PRECURSOR to Epstein's. Same model: sex, surveillance, and blackmail of the powerful.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raig_Spen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3463" y="1084146"/>
            <a:ext cx="3144278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Denise George: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Denise George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USVI Attorney General who aggressively sued Epstein's estate and JPMorgan Chase — FIRED just FOUR DAYS after filing the JPMorgan lawsuit.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the FBI she felt THREATENED after pursuing the case. The governor pressured her: "I can't get you to LET THIS GO?"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Text messages show the governor texting Epstein directly: "We got u" and "For u absolutely."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Secured a $105 MILLION settlement from Epstein's estate — the governor wanted her to settle for $80M.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first lady was allegedly on Epstein's PAYROLL at $200,000/year and helped weaken sex offender monitoring laws.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Denise_Geor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234" y="1084146"/>
            <a:ext cx="289273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Dorothy Kilgallen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America's most famous journalist — syndicated to 20 MILLION readers. Found dead of a barbiturate overdose at age 52. Ruled "circumstances undetermined."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was investigating the JFK ASSASSINATION and told friends she was about to "BREAK THE CASE WIDE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secured the ONLY private interview with Jack Ruby — the man who killed the man accused of killing the President.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INVESTIGATION FILE — described as a thick folder of documents — VANISHED after her death and has NEVER been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in a room that WASN'T her bedroom, fully dressed and made up — inconsistent with her known habits. No real investigation was ever conducted.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168" y="1084146"/>
            <a:ext cx="388286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Edmund Safra: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Edmund Safra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Billionaire banker DIED of smoke inhalation in an arson fire at his Monaco penthouse. Age 67.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actively cooperating with the FBI on a $21.4 BILLION Russian money laundering investigation through his Republic National Bank.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nurse confessed to starting the fire to "stage a rescue" — a motive that strains credulity for someone employed only a SHORT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fire killed BOTH Safra and the only other witness in the panic room — nurse Vivian Torrente.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bank had connections to financial networks documented as ADJACENT to Epstein's intelligence-linked operations.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dmund_Saf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281" y="1084146"/>
            <a:ext cx="514264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Efrain Stone Reyes: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Efrain Stone Reyes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Epstein's LAST CELLMATE — transferred out just ONE DAY before Epstein was found dead. Age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Attorney General William Barr PERSONALLY questioned him about Epstein's death, telling him: "I owe you a favor."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Said the bunk frames were NOT TALL ENOUGH to allow for hanging — "It just didn't seem right."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COVID-19 WEEKS after talking to federal investigators probing Epstein's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niece said guards were "treating him like crap" and making him SLEEP ON THE FLOOR after he was questioned.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frain_Stone_Rey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3155" y="1084146"/>
            <a:ext cx="256489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Ella 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Ella 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TO DEATH alongside her fiance Frank Yassenoff in Columbus, Ohio. Both murders UNSOLVED since 1970.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Their business partner Berry Kessler was SUSPECTED but never charged — the same man later CONVICTED of a murder-for-hire.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Kessler was also the PRIME SUSPECT in the Arthur Shapiro murder — the killing that created Epstein's OPENING to Les Wexner's fortune.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Police files from the Yassenoff-Rich murder WENT MISSING during the Shapiro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judge later called Kessler "a clever, cunning and MERCILESS KILLER."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lla_Ri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941" y="1084146"/>
            <a:ext cx="295932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Emily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Emily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Page Six editor at the New York Post who received an EMAIL from a former MCC inmate claiming Epstein was MURDERED inside his prison.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email described DISABLED CAMERAS, a "GOON SQUAD" that recorded killings, and direct DEATH THREATS against the inmate.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email was followed by 24 FULLY REDACTED PAGES in the 2026 DOJ Epstein files — no explanation given.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inmate wrote: "They will come into your room at night and beat you over the head with a FIRE EXTINGUISHER and KILL YOU."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Despite receiving firsthand witness claims, NO STORY was ever published by the New York Post.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mily_Smi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367" y="1084146"/>
            <a:ext cx="311046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Esther Salas: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Esther Salas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Federal judge assigned the Epstein-Deutsche Bank case on July 15, 2020. FOUR DAYS LATER a gunman murdered her 20-year-old son Daniel at their front door.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was SHOT THREE TIMES and critically wounded. She was in the basement and survived.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gunman had INTELLIGENCE TIES — worked for Kroll Associates in Moscow, the "CIA of Wall Street," which had DIRECT business ties to Deutsche Bank.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Gunman found dead the next day. The case SETTLED quietly for $26.25 million — NO Epstein client list ever produced.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Four people connected to Epstein's Deutsche Bank finances have DIED — Broeksmit, Bowers, Anderl, and Val Broeksmit.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sther_Sal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8127" y="1084146"/>
            <a:ext cx="2734950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Gabriel Magee: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Gabriel Magee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JPMorgan VP who FELL from the 33-story bank headquarters in London's Canary Wharf. Age 39.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in JPMorgan's fixed income technology for TEN YEARS — overlapping exactly with the bank's $1 BILLION in suspicious Epstein transactions.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just TWO DAYS after Deutsche Bank exec William Broeksmit was found HANGED — part of a cluster of banker deaths in 2014.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FIVE current JPMorgan employees and TWO former employees died under unusual circumstances in just SIX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JPMorgan later paid $365 MILLION in settlements to Epstein victims and the USVI.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abriel_Mage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526" y="1084146"/>
            <a:ext cx="321415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Ghislaine Maxwell: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Ghislaine Maxwell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ONLY convicted Epstein co-conspirator still alive. Serving 20 years. Her brother says publicly: "She's NOT suicidal."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Met with Deputy AG for NINE HOURS under limited immunity — but provided NO incriminating information about high-profile individuals.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Invoked the FIFTH AMENDMENT before Congress. Her lawyer said she'd "speak fully and honestly" only if Trump grants CLEMENCY.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lawyers are fighting release of 90,000 PAGES of documents. She named FOUR unindicted co-conspirators and alleged 25 SECRET SETTLEMENTS.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 found hanged. Brunel found hanged. She is the LAST ONE who knows everything — and she's behind bars.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hislaine_Maxwe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735" y="1084146"/>
            <a:ext cx="344373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Gina Hutchinson: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Gina Hutchinson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Age 33. Found dead of a SHOTGUN wound to the head at a Buddhist monastery.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was one of Keith Raniere's EARLIEST sexual abuse victims — first targeted when she was approximately 14 or 15 years old.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Raniere told her she must "leave her body" to achieve SPIRITUAL TRANSCENDENCE — language that could constitute encouraging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hands were NOT PROPERLY TESTED for gunpowder residue. She was not known to OWN firearms.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Just FOUR MONTHS later, another woman connected to Raniere — Kristin Snyder — DISAPPEARED and was never found.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ina_Hutchins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Hubert Massa: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Hubert Massa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Belgium's CHIEF PROSECUTOR overseeing the Dutroux pedophile case. Age 53. SHOT HIMSELF in the mouth.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died on the SAME DAY he returned from a meeting with the Justice Minister about the Dutroux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eight-year-old girls STARVED TO DEATH in Dutroux's dungeon while police searched the house and HEARD THEM SCREAMING but did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was one of approximately 20 SUSPICIOUS DEATHS of witnesses and officials connected to the Dutroux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 suicide note was ever reported. He was simultaneously overseeing the assassination case of politician Andre Cools.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Hubert_Mass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8519" y="1084146"/>
            <a:ext cx="285416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Ines Zorreguieta: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Ines Zorreguieta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Age 33. Younger sister of QUEEN MAXIMA of the Netherlands. Found HANGED in her Buenos Aires apartment.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June 6, 2018 — ONE DAY after Kate Spade and TWO DAYS before Anthony Bourdain. All three died by HANGING in the same week.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worked with Argentina's National Secretariat for CHILDREN, YOUTH, and FAMILY and with the United 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father served under Argentina's MILITARY DICTATORSHIP responsible for 30,000-40,000 disappearances during the "Dirty War."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psychology thesis was titled "Gender differences and their relation to SUICIDE" — eight years before her own death by the method she studied.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Ines_Zorreguie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7111" y="1084146"/>
            <a:ext cx="385698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Ivana Trump: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Ivana Trump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Donald Trump's first wife. Age 73. Found DEAD at the bottom of her Manhattan townhouse staircase. Ruled accidental.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#EPSTEINED trended on Twitter with over 8,000 tweets after her death was announced.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2022 — the same year as Brunel (HANGED), Val Broeksmit (FOUND DEAD), Mark Middleton (HANGED), and Hoffenberg (DEAD).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death delayed NY Attorney General DEPOSITIONS of the Trump family in a civil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Buried at Trump National Golf Club in Bedminster, NJ — a plot that some noted could provide TAX BENEFITS for the property.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Ivana_Trum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2147" y="1084146"/>
            <a:ext cx="296690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Jeffrey Epstein: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Jeffrey Epstein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HANGED in his federal jail cell while awaiting trial on sex trafficking charges. Age 66. Guards ASLEEP. Cameras MALFUNCTIONING.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broken HYOID BONE — more commonly associated with HOMICIDE by strangulation than suicide by hanging.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2026 surveillance logs show an ORANGE-COLORED FIGURE moving toward Epstein's locked tier at 10:39 PM the night he died — NEVER mentioned in official reports.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Guards FALSIFIED check-in records. He was removed from SUICIDE WATCH despite a prior attempt weeks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brother calls it MURDER. "Epstein didn't kill himself" became the most widespread meme in modern history.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effrey_Epste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548" y="1084146"/>
            <a:ext cx="323210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Jenny Moore: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Jenny Moore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police officer turned independent journalist investigating ELITE CHILD TRAFFICKING in Washington, DC.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Filed reports with BOTH the FBI and Department of Homeland Security about trafficking allegations — WEEKS before she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a DC-area hotel room of an "apparent seizure." Police said NOTHING SUSPICIOUS.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had interviewed a man who claimed he was "PIMPED OUT" to private elite events in DC as a YOUTH.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death fits the pattern: Isaac Kappy, Tracy Twyman, Max Spiers — all researchers investigating elite trafficking, all DEAD.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enny_Moo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168" y="1084146"/>
            <a:ext cx="388286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Jill Dando: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Jill Dando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Britain's most famous TV journalist. Age 37. EXECUTED with a single bullet to the head on her own doorstep. Case UNSOLVED for 26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had compiled a DOSSIER on a pedophile ring inside the BBC and handed it to senior management — they DID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Years later, the BBC was proven to have harbored JIMMY SAVILE, who abused HUNDREDS on BBC premises for 40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killing was a professional "HARD CONTACT EXECUTION" — gun pressed against the skull to muffle the shot. Neighbors heard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only man convicted spent 8 years in prison before being ACQUITTED. The real killer was never caught.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ill_Dan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1068" y="1084146"/>
            <a:ext cx="500906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Ashe: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Ashe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president of the UN General Assembly. Age 61. A BARBELL CRUSHED HIS THROAT at home. Ruled accidental.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DAYS away from his corruption trial involving $1.3 million in bribes from a major CLINTON FOUNDATION donor.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UN initially said he died of a HEART ATTACK — then the medical examiner corrected it to traumatic ASPHYXIA with laryngeal fractures.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bribe-payer had been involved in illegal donations to Democrats in the 1990s "CHINAGATE" scandal.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ALONE when it happened. A barbell crushing the throat is one of the RAREST causes of death on record.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ohn_Ash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775" y="1084146"/>
            <a:ext cx="2997654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Connolly: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Connolly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NYPD detective turned investigative journalist. Co-authored FILTHY RICH with James Patterson — one of the FIRST major Epstein exposes.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an "unending ROLODEX" — moved among Hollywood, Wall Street, politicians, and police for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78 of a "brief illness" during renewed investigation into the Epstein network.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Appeared in the documentary WHO KILLED JEFFREY EPSTEIN with decades of accumulated knowledge about the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is considered LIKELY NATURAL given his age — but his knowledge of the Epstein case was extraordinary.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ohn_Connol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9049" y="1084146"/>
            <a:ext cx="261310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Marvin Minsky: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Marvin Minsky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co-founder of artificial intelligence and Turing Award winner. Named in Epstein COURT FILINGS.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Virginia Giuffre testified that Maxwell directed her to have SEX with the 73-year-old Minsky when she was 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Epstein's "CLOSEST FRIEND at MIT" — even visited Epstein IN JAIL, according to MIT Media Lab co-founder.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scientist Richard Stallman RESIGNED after defending Minsky, saying the victim "likely presented herself as willing."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88 of cerebral hemorrhage. Not suspicious — but his ties show how DEEP Epstein infiltrated elite academia.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rvin_Minsk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609" y="1084146"/>
            <a:ext cx="289998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Mary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Mary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RFK Jr.'s ex-wife found HANGED in her barn at age 52. She knew Ghislaine Maxwell through charity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When Eva Dubin emailed Epstein about her death, Epstein replied: "WHOOPS."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flew on Epstein's private plane at least TWICE — once to Palm Beach, once to South Dakota with her children.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gave her sisters RFK Jr.'s diary documenting 37 affairs with instructions: "PUBLISH IT if anything happens to me."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Lost custody of her four kids, financially cut off, husband dating another woman. Two PRIOR suicide attempts in the 1980s.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ry_Kenne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809" y="1084146"/>
            <a:ext cx="308558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Matthew Perry: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Matthew Perry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Friends star found FACE DOWN in his hot tub at age 54. His assistant injected him with ketamine SIX TO EIGHT TIMES a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FIVE people CRIMINALLY CHARGED — including two doctors and a dealer called the "KETAMINE QUEEN."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doctor texted: "I wonder how much this MORON will pay." Charged $2,000 per vial that cost $12 wholesale.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Ketamine Queen's FULL CLIENT LIST of Hollywood elite has NEVER been disclosed. Hollywood was "QUAKING."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Perry once said: "When I die, I don't want Friends to be the first thing mentioned. I want it to be that I HELPED people."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tthew_Per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4943" y="1084146"/>
            <a:ext cx="266131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British researcher investigating ELITE PEDOPHILIA. Told his mother: "Your boy's in trouble. 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on a sofa in Warsaw, Poland TWO DAYS later. Age 39.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Polish police ruled "NATURAL CAUSES" without conducting a proper post-mortem. UK coroner called the investigation "WHOLLY INCOMPETENT."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Actual cause: pneumonia combined with TWICE the therapeutic dose of Xanax and potentially FATAL levels of oxycodone.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mother said: "Max had been DIGGING in dark places and I fear that somebody wanted him DEAD."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8574" y="1084146"/>
            <a:ext cx="287405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Mona Juul: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Mona Juul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Norwegian ambassador. Epstein WILLED $5 MILLION to EACH of her children — approximately $10 million total.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RESIGNED from her diplomatic post in February 2026 after the DOJ file releases exposed her family's ties.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Norway's economic crime authority RAIDED her Oslo residence and launched a CORRUPTION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Terje Rod-Larsen was described as Epstein's "TOP DIPLOMATIC FIXER" — also under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Norway's Epstein RECKONING: a former PM charged, Crown Princess named 1,000 times in files, national crisis.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ona_Juu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3992" y="1084146"/>
            <a:ext cx="340321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Nikolai Mushegian: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Nikolai Mushegian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Tweeted: "CIA and Mossad and pedo elite are running a sex trafficking ring out of PUERTO RICO. They will TORTURE ME TO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FOUR HOURS LATER his body was found in the ocean. Age 29. Fully clothed with his WALLET still on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a crypto PIONEER — co-founded MakerDAO, helped create the DAI stablecoin. Donated $1.4M to Carnegie Mellon.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Puerto Rico is the SAME Caribbean region where Epstein ran his documented trafficking operation.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Police ruled it a RIPTIDE accident. No further investigation despite the most PRECISELY timed warning tweet in history.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Nikolai_Mushegi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281" y="1084146"/>
            <a:ext cx="514264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Pam Bondi: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Pam Bondi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U.S. Attorney General who said on Fox News the Epstein client list was "SITTING ON MY DESK." Then reversed course.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Rep. Thomas Massie told her directly: "This COVER-UP spans decades and YOU are responsible for this portion of it."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DOJ REDACTED accused sex offenders' names while LEAVING VICTIMS' names exposed in the release.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Massie called it "the EPSTEIN ADMINISTRATION" — accusing both parties of a cover-up spanning FOUR presidencies.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Congress voted BIPARTISAN to SUBPOENA her. She was accused of "criminal negligence" in handling the files.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Pam_Bond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684" y="1084146"/>
            <a:ext cx="309383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DHS whistleblower who testified the Obama-era government ordered him to DELETE hundreds of files on trafficking networks.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SHOT DEAD in a California park-and-ride lot at age 66. Took TWO YEARS to officially rule it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had told many people: "If I am ever found dead of a 'suicide,' NEVER BELIEVE IT for a minute."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ENGAGED to be married, booking speaking events, working on a new book, and planning a trip to Israel.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family "SERIOUSLY DOUBTS" the suicide conclusion. The FBI seized thumb drives and a laptop from his motorhome.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Philip_Hane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859" y="1084146"/>
            <a:ext cx="227148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Vitaly Churkin: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https://intelligencemurders.com/epstein-murders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Vitaly Churkin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Russian UN Ambassador for 11 YEARS. Collapsed at the Russian Mission in Manhattan. Dead at 64.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U.S. State Department BLOCKED the release of his autopsy results. "Diplomatic immunity survives his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one day before his 65th BIRTHDAY. No widely reported prior illness.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of SEVEN Russian diplomats and officials dead within NINE months in 2016-2017.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Director of National Intelligence James Clapper called it a "CURIOUS PATTERN" of Russian deaths.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Vitaly_Churk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440" y="1084146"/>
            <a:ext cx="2526323" cy="38569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268</Words>
  <Application>Microsoft Macintosh PowerPoint</Application>
  <PresentationFormat>Widescreen</PresentationFormat>
  <Paragraphs>21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44</cp:revision>
  <dcterms:created xsi:type="dcterms:W3CDTF">2026-02-13T11:27:00Z</dcterms:created>
  <dcterms:modified xsi:type="dcterms:W3CDTF">2026-03-30T12:55:59Z</dcterms:modified>
</cp:coreProperties>
</file>