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5" r:id="rId2"/>
    <p:sldId id="284" r:id="rId3"/>
    <p:sldId id="296" r:id="rId4"/>
    <p:sldId id="285" r:id="rId5"/>
    <p:sldId id="276" r:id="rId6"/>
    <p:sldId id="279" r:id="rId7"/>
    <p:sldId id="274" r:id="rId8"/>
    <p:sldId id="280" r:id="rId9"/>
    <p:sldId id="278" r:id="rId10"/>
    <p:sldId id="282" r:id="rId11"/>
    <p:sldId id="283" r:id="rId12"/>
    <p:sldId id="286" r:id="rId13"/>
    <p:sldId id="275" r:id="rId14"/>
    <p:sldId id="272" r:id="rId15"/>
    <p:sldId id="287" r:id="rId16"/>
    <p:sldId id="28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95"/>
    <p:restoredTop sz="98824"/>
  </p:normalViewPr>
  <p:slideViewPr>
    <p:cSldViewPr snapToGrid="0">
      <p:cViewPr varScale="1">
        <p:scale>
          <a:sx n="296" d="100"/>
          <a:sy n="296" d="100"/>
        </p:scale>
        <p:origin x="1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622CD-B4DC-D0F2-6403-69813212C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A3311-815E-53F9-EBCB-A70F7F0E3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8F88A-1C7B-0F5D-C113-2505D67E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A091-7266-59EA-6092-74DFF11D0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ACCCE-7C59-7C10-A5E3-3884268C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17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1E3D-7EC3-1B32-2CDA-F87DEA9A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F45-02EC-3D87-951C-98C5A9756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B6E84-2348-AC62-515C-6EF0F806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6967A-7E40-DC14-D41A-B0AD8E4D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DD9BF-8221-4B08-C2C0-BC1FB17AB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7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6DEF-F09A-7B59-0105-922F9718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58BF3-49BA-8B64-4A16-754E19B50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ED5A1-4F53-A752-01EA-E1A440FA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4DE6C-1ACB-0CBD-2D28-3B7C8EEA3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98334-1363-D93F-0C7C-1E8B8C3D7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07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5F4BE-8BF4-7051-5205-9F2E1DF2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5B6F0-9259-6E4B-BD05-3FCA2360F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E62DC-2735-440A-8929-08844E370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616B0-0073-BED2-CC83-19C9C09B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14C63-2D9B-97D2-E53A-A893F9AC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0DE18-BD84-468F-E18B-D15951744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56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002C9-D727-6123-8450-09F64BCF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AEC67-7951-11B9-ED04-43CB5D04F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1B9B3-F9BB-543F-5943-63986C9C0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843766-DD60-B5A8-2C84-81D7AA71F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4E7B61-31DA-BAAD-4B3A-26D10DDE4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84003F-D89A-8F24-BDE1-C45D350E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108629-F5CD-FC65-C958-63A60FE4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EAF09-909C-3104-C61E-DE10DA0F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80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4235-1093-EE67-B6E6-CFCB8F7A0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E5959F-28A0-07CB-5C74-2F4731DF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D5A0AC-3564-8121-2642-5A43B03D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3C0F1-81B5-D94C-51A7-91429299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1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FBE2BB-8EA7-E86E-2D56-E686BFC0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4FB878-612B-2082-446F-210A572D1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D3A47-2674-14A6-9172-5D8D9C26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01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6723-1313-ABFA-BE2B-177C63AB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B0BCB-0796-5CFD-A09F-24EA93BEB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05C70-BADE-F9A7-5FA3-B22493DFC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22E40-C7F3-C94D-C449-A23B2FFF4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8BA8B-3690-D914-CD33-155971194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D87DC-66EE-CE10-00AC-92579022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8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AA33-939E-7047-DA45-E61008106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8BF70B-BCA8-4567-FBB8-E1E4EE2453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79E0A-3A9A-537B-2D75-42CC3C5B7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33C6F-4A39-85C1-3CEF-AEFA529FB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A1F68-C48F-E912-1A7E-A57C3681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BBA21-BD1F-FDF5-B754-9AD62AB2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28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BF493-938D-3D30-ED41-1F25386C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83440-EB61-D177-718D-B10F13FCA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3B7BF-E7FB-CBDF-076A-EA2A772B4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23252-89DC-D082-EC1E-4FE9358C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63BB7-D067-B624-1639-05057F2A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49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5F5C93-17AF-E420-81D7-D3D3638BD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F6E8-AC8A-B902-1CBC-6BA7B919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9B5B1-A97B-92FE-93A7-600EA4FB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75582-DC49-5181-7C53-7DEF7D4A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DD04B-D05F-64BF-14AB-8964C6C7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C661DF-436F-E551-B5D5-3C7A748A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74914-DBDF-FE8A-A40C-0CC97E674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687E7-BFE7-003C-7ADD-63B95BA40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18254-A4B4-E257-C7B0-98E8E77C2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4145E-4C3E-E255-9D7F-1DAD2DDD3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71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Robert_F_Kenne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7849" y="1100088"/>
            <a:ext cx="3126851" cy="38848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Robert F Kennedy: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0000"/>
              </a:buClr>
              <a:buSzPts val="1600"/>
            </a:pPr>
            <a:r>
              <a:rPr lang="en-US" sz="4800" dirty="0">
                <a:solidFill>
                  <a:schemeClr val="lt1"/>
                </a:solidFill>
              </a:rPr>
              <a:t> 150+ Murdered: by Intelligence Services</a:t>
            </a:r>
            <a:endParaRPr lang="en-US"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14198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Robert F Kennedy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34478" y="6291451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237466" y="1937976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U.S. Senator and presidential candidate ASSASSINATED at age 42 in Los Angeles — June 1968.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Dean Warwick claimed he was about to name RFK's real killer on stage — then COLLAPSED and DIED mid-sentence.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official story blames Sirhan Sirhan — but forensic evidence suggests shots from behind, where Sirhan was not.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Some researchers connect his assassination to his potential access to classified UFO programs had he become president.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brother JFK was killed five years earlier — two Kennedys, both assassinated during the peak of UFO secrecy.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aney gave numerous TV interviews while promoting his book">
            <a:extLst>
              <a:ext uri="{FF2B5EF4-FFF2-40B4-BE49-F238E27FC236}">
                <a16:creationId xmlns:a16="http://schemas.microsoft.com/office/drawing/2014/main" id="{79F665EB-66F1-D4E9-58C9-5C90B9545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376" y="880999"/>
            <a:ext cx="6352833" cy="4103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Philip Haney: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150+ Murdered: by Intelligence Services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Philip Haney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129030" y="1905506"/>
            <a:ext cx="8367997" cy="34778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DHS founding member and terrorism whistleblower — found SHOT DEAD in a California park-and-ride lot at age 66.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Alleged the Obama administration ordered the DELETION of intelligence records that could have PREVENTED the San Bernardino attack.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family "SERIOUSLY DOUBTS" the suicide ruling. Friends say the devout Christian explicitly said he would NEVER take his own life.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 was ENGAGED to be married and reportedly preparing to reveal ADDITIONAL classified information at the time of his death.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Ruled suicide after a TWO-YEAR investigation — but investigators found a note with passwords, not a suicide note.</a:t>
            </a:r>
          </a:p>
        </p:txBody>
      </p:sp>
    </p:spTree>
    <p:extLst>
      <p:ext uri="{BB962C8B-B14F-4D97-AF65-F5344CB8AC3E}">
        <p14:creationId xmlns:p14="http://schemas.microsoft.com/office/powerpoint/2010/main" val="962546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E3A09D-A6E4-5E4F-16F8-6BAFA5E1CD0A}"/>
              </a:ext>
            </a:extLst>
          </p:cNvPr>
          <p:cNvSpPr txBox="1"/>
          <p:nvPr/>
        </p:nvSpPr>
        <p:spPr>
          <a:xfrm>
            <a:off x="312431" y="1288262"/>
            <a:ext cx="6987941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Dorothy Kilgallen: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2CA04A2-27A7-622C-F9FC-36F8F0881ABC}"/>
              </a:ext>
            </a:extLst>
          </p:cNvPr>
          <p:cNvSpPr/>
          <p:nvPr/>
        </p:nvSpPr>
        <p:spPr>
          <a:xfrm>
            <a:off x="200102" y="5852160"/>
            <a:ext cx="3431270" cy="494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7C736A6F-204D-9BB8-EAA6-837DBF5D4DEB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0000"/>
              </a:buClr>
              <a:buSzPts val="1600"/>
            </a:pPr>
            <a:r>
              <a:rPr lang="en-US" sz="4800" dirty="0">
                <a:solidFill>
                  <a:schemeClr val="lt1"/>
                </a:solidFill>
              </a:rPr>
              <a:t> 150+ Murdered: by Intelligence Services</a:t>
            </a:r>
            <a:endParaRPr lang="en-US"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1900-3932-F065-0A2B-6D119791E2A1}"/>
              </a:ext>
            </a:extLst>
          </p:cNvPr>
          <p:cNvSpPr txBox="1"/>
          <p:nvPr/>
        </p:nvSpPr>
        <p:spPr>
          <a:xfrm>
            <a:off x="115671" y="6346648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B069CCDF-FA80-D75C-7412-189D5C3D3A16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EA484-AE6A-906E-D59E-C3F7E9DDD90C}"/>
              </a:ext>
            </a:extLst>
          </p:cNvPr>
          <p:cNvSpPr txBox="1"/>
          <p:nvPr/>
        </p:nvSpPr>
        <p:spPr>
          <a:xfrm>
            <a:off x="208343" y="1805721"/>
            <a:ext cx="7816976" cy="4031873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America's most famous journalist — syndicated to 20 MILLION readers. Found dead of a barbiturate overdose at age 52. Ruled "circumstances undetermined."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She was investigating the JFK ASSASSINATION and told friends she was about to "BREAK THE CASE WIDE OPEN."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She secured the ONLY private interview with Jack Ruby — the man who killed the man accused of killing the President.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Her INVESTIGATION FILE — described as a thick folder of documents — VANISHED after her death and has NEVER been found.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Found in a room that WASN'T her bedroom, fully dressed and made up — inconsistent with her known habits. No real investigation was ever conducted.</a:t>
            </a:r>
          </a:p>
        </p:txBody>
      </p:sp>
      <p:sp>
        <p:nvSpPr>
          <p:cNvPr id="6" name="AutoShape 2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77876416-18B8-24A2-30FD-8E520F869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Fundraiser for Sky Roberts by Annie Farmer : Help Virginia Roberts  Giuffre's Family Carry On Her Legacy">
            <a:extLst>
              <a:ext uri="{FF2B5EF4-FFF2-40B4-BE49-F238E27FC236}">
                <a16:creationId xmlns:a16="http://schemas.microsoft.com/office/drawing/2014/main" id="{414B4E2B-C54A-135F-B3A8-DA7C31104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Dorothy_Kilgall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168" y="1084146"/>
            <a:ext cx="3882867" cy="3856982"/>
          </a:xfrm>
          <a:prstGeom prst="rect">
            <a:avLst/>
          </a:prstGeom>
        </p:spPr>
      </p:pic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A2DF07F5-EEA0-8A2E-7E11-3E1CC4C2B695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Dorothy Kilgallen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Philip Leonard: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150+ Murdered: by Intelligence Services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Philip Leonard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191731" y="1937976"/>
            <a:ext cx="7648046" cy="3754874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Los Alamos nuclear weapons lab HIGH-EXPLOSIVES chemist — killed at age 44 in a head-on collision on the road TO the lab.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Another driver crossed the DOUBLE YELLOW LINE into his lane. No public explanation for WHY has ever been released.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specialty was the most CLASSIFIED research at LANL — explosive compounds used in nuclear WARHEAD design.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death came at the START of a cluster of defense scientist deaths in the New Mexico corridor throughout 2024-2025.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 SECOND defense scientist in the same New Mexico corridor was MURDERED just weeks later — Christopher Fallen of the Air Force Research Lab.</a:t>
            </a:r>
          </a:p>
        </p:txBody>
      </p:sp>
      <p:pic>
        <p:nvPicPr>
          <p:cNvPr id="16" name="Picture 15" descr="Philip_Leon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9676" y="1070199"/>
            <a:ext cx="2746882" cy="388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79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Alfred Herrhausen: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150+ Murdered: by Intelligence Services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Alfred Herrhausen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59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Chairman of Deutsche Bank killed by a MILITARY-GRADE bomb hidden in a child's knapsack on a bicycle.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Killed 21 DAYS after the Berlin Wall fell. Was scheduled to present his reunification plan the NEXT DAY.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bomb used an INFRARED TRIGGER that distinguished his armored car from the lead vehicle — military precision.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 said weeks before: "I know there is a group of people who have an INTEREST in my death."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Case remains COMPLETELY UNSOLVED — no arrests, no trial, no accountability after 35+ years.</a:t>
            </a:r>
          </a:p>
        </p:txBody>
      </p:sp>
      <p:pic>
        <p:nvPicPr>
          <p:cNvPr id="16" name="Picture 15" descr="Alfred_Herrhaus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550" y="1100088"/>
            <a:ext cx="2602866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Ilaria_Alp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091" y="1138842"/>
            <a:ext cx="5387784" cy="38073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Ilaria Alpi: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150+ Murdered: by Intelligence Services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Ilaria Alpi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32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129030" y="1905506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Italian journalist, age 32. AMBUSHED by a 7-man commando in Mogadishu. Shot EXECUTION-STYLE in the temple.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She was investigating ILLEGAL ARMS trafficking and TOXIC WASTE dumping involving Italian intelligence (SISMI).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only man convicted served 17 YEARS in prison — then was ACQUITTED and awarded 3.1 MILLION euros.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That wrongfully convicted man was later KILLED BY A CAR BOMB in Mogadishu in 2022.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Her cameraman's final footage has NEVER been recovered — the attackers wanted the evidence destroyed.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7972976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Alexander Zakharchenko: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150+ Murdered: by Intelligence Services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34478" y="622965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Blown up by a BOMB hidden inside a cafe he visited DAILY in Donetsk. Age 42.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bomb was concealed in a LIGHTING FIXTURE above his usual seat — someone knew his exact habits.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Both Ukraine AND Russia have been accused. His own security apparatus was likely PENETRATED.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successor was installed within DAYS — someone was READY for his removal.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Part of a pattern: separatist leaders in Donbas were being ELIMINATED one by one.</a:t>
            </a:r>
          </a:p>
        </p:txBody>
      </p:sp>
      <p:pic>
        <p:nvPicPr>
          <p:cNvPr id="16" name="Picture 15" descr="Alexander_Zakharchenk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098" y="1100088"/>
            <a:ext cx="3003770" cy="3884876"/>
          </a:xfrm>
          <a:prstGeom prst="rect">
            <a:avLst/>
          </a:prstGeom>
        </p:spPr>
      </p:pic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1304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Alexander Zakharchenko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0171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Jason Thomas: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150+ Murdered: by Intelligence Services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Jason Thomas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45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Cancer researcher with DEPARTMENT OF DEFENSE contracts through Novartis. Age 45. Found dead in a FROZEN LAKE.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Disappeared December 2025 after leaving behind his wallet, phone, and Apple Watch — watch was in the MAILBOX.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body was submerged in ice for THREE MONTHS, severely limiting forensic evidence.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Part of a CLUSTER of scientist deaths in 2025-2026 that drew CONGRESSIONAL attention.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Both parents died within ONE HOUR of each other weeks before. Official cause of death STILL NOT RELEASED.</a:t>
            </a:r>
          </a:p>
        </p:txBody>
      </p:sp>
      <p:pic>
        <p:nvPicPr>
          <p:cNvPr id="16" name="Picture 15" descr="Jason_Thom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539" y="1100088"/>
            <a:ext cx="2940887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794604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George Lincoln Rockwell: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150+ Murdered: by Intelligence Services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83859" y="6253751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49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135442" y="1937976"/>
            <a:ext cx="7781792" cy="3754874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Political assassination &amp; </a:t>
            </a:r>
            <a:r>
              <a:rPr dirty="0"/>
              <a:t>SHOT FROM A ROOFTOP at a laundromat parking lot. Age 49. A US Army COUNTERINTELLIGENCE AGENT was an eyewitness.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FBI's COINTELPRO program was actively INFILTRATING and fomenting INTERNAL CONFLICT in his organization at the time.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convicted killer was an EXPELLED former member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evidence was ENTIRELY CIRCUMSTANTIAL. The killer NEVER confessed.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same COINTELPRO program coordinated the killing of Black Panther leader Fred Hampton two years later — proving the FBI was willing to FACILITATE assassinations.</a:t>
            </a:r>
          </a:p>
        </p:txBody>
      </p:sp>
      <p:pic>
        <p:nvPicPr>
          <p:cNvPr id="16" name="Picture 15" descr="George_Lincoln_Rockwe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503" y="1100088"/>
            <a:ext cx="2920959" cy="3884876"/>
          </a:xfrm>
          <a:prstGeom prst="rect">
            <a:avLst/>
          </a:prstGeom>
        </p:spPr>
      </p:pic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83859" y="4943025"/>
            <a:ext cx="4550222" cy="13285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George Lincoln Rockwell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Omar_Torrij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9160" y="1100088"/>
            <a:ext cx="2787398" cy="38848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Omar Torrijos: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150+ Murdered: by Intelligence Services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Omar Torrijos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230865" y="1905506"/>
            <a:ext cx="8902853" cy="34778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Panama's leader who won the CANAL back from America — killed in a plane crash at age 52, just TWO YEARS after signing the treaty.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Ecuador's president died in a NEARLY IDENTICAL plane crash just 68 DAYS earlier — both had defied US economic interests.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 former CIA insider wrote: "When Torrijos refused to be CORRUPTED, the CIA escalated to ASSASSINATION."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Key investigative documents DISAPPEARED during the 1989 US invasion of Panama — when American forces DESTROYED the defense headquarters.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death cleared the way for CIA asset Manuel NORIEGA to seize power — until the US invaded AGAIN to remove him.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Orlando Letelier: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150+ Murdered: by Intelligence Services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Orlando Letelier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Chilean diplomat — killed by a CAR BOMB on Embassy Row in Washington, DC, less than 2 km from the WHITE HOUSE.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25-year-old American colleague Ronni Moffitt DROWNED in her own blood from shrapnel that pierced her throat.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Declassified CIA documents state: "PINOCHET PERSONALLY ORDERED" the assassination.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Kissinger BLOCKED a State Department warning to Condor nations FIVE DAYS before the bombing — a warning that could have PREVENTED it.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American-born assassin who BUILT the bomb served only 62 MONTHS in prison and got a new identity through witness protection.</a:t>
            </a:r>
          </a:p>
        </p:txBody>
      </p:sp>
      <p:pic>
        <p:nvPicPr>
          <p:cNvPr id="16" name="Picture 15" descr="Orlando_Leteli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033" y="1100088"/>
            <a:ext cx="310790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Rafael Trujillo: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150+ Murdered: by Intelligence Services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Rafael Trujillo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69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CIA SUPPLIED the weapons. Dominican dictator ambushed and machine-gunned in his car on a highway.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Ruled for 31 YEARS. Murdered the Mirabal sisters. Ordered the Parsley Massacre killing up to 30,000 Haitians.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CIA's internal report admitted "quite extensive Agency involvement" — then PUBLICLY claimed only a "faint connection."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Kennedy sent a cable saying the US "cannot condone assassination" — TWO DAYS before the hit. Weapons already delivered.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Church Committee confirmed this as ONE OF FIVE CIA assassination plots against foreign leaders.</a:t>
            </a:r>
          </a:p>
        </p:txBody>
      </p:sp>
      <p:pic>
        <p:nvPicPr>
          <p:cNvPr id="16" name="Picture 15" descr="Rafael_Trujill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6420" y="1100088"/>
            <a:ext cx="2729125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Alexei Navalny: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150+ Murdered: by Intelligence Services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Alexei Navalny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Survived FSB NOVICHOK poisoning in 2020, then TRICKED his assassin into confessing on a recorded phone call.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in an ARCTIC prison at age 47. Five European nations confirmed he was poisoned with FROG TOXIN.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Appeared HEALTHY at a court hearing ONE DAY before his death. Russia claims "cardiac arrhythmia."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anti-corruption videos exposing Putin's $1.35 BILLION palace got 130 MILLION views on YouTube.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wife vowed to continue his work. "If they decide to KILL me, it means we are incredibly STRONG."</a:t>
            </a:r>
          </a:p>
        </p:txBody>
      </p:sp>
      <p:pic>
        <p:nvPicPr>
          <p:cNvPr id="16" name="Picture 15" descr="Alexei_Navaln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003" y="1100088"/>
            <a:ext cx="2835959" cy="388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462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hmad_Shah_Massou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300" y="1070199"/>
            <a:ext cx="3107900" cy="38848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1" y="1288262"/>
            <a:ext cx="7651005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Ahmad Shah Massoud: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150+ Murdered: by Intelligence Services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14302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Ahmad Shah Massoud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34478" y="6355414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48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Assassinated EXACTLY 2 DAYS before 9/11. Al-Qaeda hid a BOMB inside a stolen TV camera.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Known as the "LION of Panjshir" — the most feared guerrilla commander the Soviets ever faced.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WARNED the European Parliament months earlier that a MASSIVE attack on America was coming.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Killed by fake journalists who asked: "What will you do with Osama bin Laden?" Then DETONATED the bomb.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death removed the ONE Afghan leader who could have cooperated with the US response to 9/11.</a:t>
            </a:r>
          </a:p>
        </p:txBody>
      </p:sp>
    </p:spTree>
    <p:extLst>
      <p:ext uri="{BB962C8B-B14F-4D97-AF65-F5344CB8AC3E}">
        <p14:creationId xmlns:p14="http://schemas.microsoft.com/office/powerpoint/2010/main" val="3475945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Vitaly Churkin: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150+ Murdered: by Intelligence Services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Vitaly Churkin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Russia's UN Ambassador died SUDDENLY in New York, one day before his 65th birthday. Autopsy results SUPPRESSED.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NYC Medical Examiner said cause of death needed "further study" — then the US State Department BLOCKED the release.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Russia also opposed disclosure, saying the results could "HURT HIS REPUTATION." A cryptic comment that fuels speculation.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death came during a cluster of at least SIX Russian diplomat deaths in a four-month period.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Two governments — the US AND Russia — actively conspired to keep the public from knowing HOW he died.</a:t>
            </a:r>
          </a:p>
        </p:txBody>
      </p:sp>
      <p:pic>
        <p:nvPicPr>
          <p:cNvPr id="16" name="Picture 15" descr="Vitaly_Churk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686" y="1100088"/>
            <a:ext cx="2544593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Zelimkhan Yandarbiyev: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150+ Murdered: by Intelligence Services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https://intelligencemurders.com/intel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Zelimkhan Yandarbiyev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51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Former Chechen president killed by a CAR BOMB in Qatar. His 13-year-old son was in the car and critically injured.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Age 51. Poet, children's author, and father of Chechen independence. Assassinated after Friday PRAYERS at a mosque.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Two GRU agents CAUGHT, TRIED, and CONVICTED by a Qatari court — found to have acted on orders from Russia's Defense Minister.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Russia forced Qatar to send the agents HOME. They got a HEROES' WELCOME in Moscow and were NEVER imprisoned.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Russian prison officials openly said the Qatari life sentence was "IRRELEVANT" in Russia.</a:t>
            </a:r>
          </a:p>
        </p:txBody>
      </p:sp>
      <p:pic>
        <p:nvPicPr>
          <p:cNvPr id="16" name="Picture 15" descr="Zelimkhan_Yandarbiye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974" y="1100088"/>
            <a:ext cx="2564018" cy="38848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2094</Words>
  <Application>Microsoft Macintosh PowerPoint</Application>
  <PresentationFormat>Widescreen</PresentationFormat>
  <Paragraphs>176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Starbuck</dc:creator>
  <cp:lastModifiedBy>Bryan Starbuck</cp:lastModifiedBy>
  <cp:revision>56</cp:revision>
  <dcterms:created xsi:type="dcterms:W3CDTF">2026-02-13T11:27:00Z</dcterms:created>
  <dcterms:modified xsi:type="dcterms:W3CDTF">2026-03-30T22:42:07Z</dcterms:modified>
</cp:coreProperties>
</file>