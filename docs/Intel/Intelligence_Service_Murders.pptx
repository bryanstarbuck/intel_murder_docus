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323" r:id="rId2"/>
    <p:sldId id="338" r:id="rId3"/>
    <p:sldId id="325" r:id="rId4"/>
    <p:sldId id="284" r:id="rId5"/>
    <p:sldId id="296" r:id="rId6"/>
    <p:sldId id="285" r:id="rId7"/>
    <p:sldId id="276" r:id="rId8"/>
    <p:sldId id="279" r:id="rId9"/>
    <p:sldId id="274" r:id="rId10"/>
    <p:sldId id="280" r:id="rId11"/>
    <p:sldId id="278" r:id="rId12"/>
    <p:sldId id="282" r:id="rId13"/>
    <p:sldId id="326" r:id="rId14"/>
    <p:sldId id="283" r:id="rId15"/>
    <p:sldId id="286" r:id="rId16"/>
    <p:sldId id="275" r:id="rId17"/>
    <p:sldId id="272" r:id="rId18"/>
    <p:sldId id="287" r:id="rId19"/>
    <p:sldId id="28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64"/>
    <p:restoredTop sz="98824"/>
  </p:normalViewPr>
  <p:slideViewPr>
    <p:cSldViewPr snapToGrid="0">
      <p:cViewPr varScale="1">
        <p:scale>
          <a:sx n="273" d="100"/>
          <a:sy n="273" d="100"/>
        </p:scale>
        <p:origin x="224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9E08A-92FC-D944-9193-9B9B35ADF3D2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C56DB-0A14-534F-B434-53937DF201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034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419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881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6828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73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856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0484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1421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919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9020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045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9072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41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0654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BEA2-2A1F-1374-02BD-E86A504A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409" y="113556"/>
            <a:ext cx="10515600" cy="4351338"/>
          </a:xfrm>
        </p:spPr>
        <p:txBody>
          <a:bodyPr>
            <a:normAutofit fontScale="25000" lnSpcReduction="20000"/>
          </a:bodyPr>
          <a:lstStyle/>
          <a:p>
            <a:endParaRPr lang="en-US" dirty="0"/>
          </a:p>
          <a:p>
            <a:r>
              <a:rPr lang="en-US" dirty="0"/>
              <a:t>⏺ Here's the filtered list of Americans, murdered suspiciously (SUSPICIOUS or higher)</a:t>
            </a:r>
          </a:p>
          <a:p>
            <a:r>
              <a:rPr lang="en-US" dirty="0"/>
              <a:t>  within the last 20 years (2006+), with a substantial connection making them a target:</a:t>
            </a:r>
          </a:p>
          <a:p>
            <a:endParaRPr lang="en-US" dirty="0"/>
          </a:p>
          <a:p>
            <a:r>
              <a:rPr lang="en-US" dirty="0"/>
              <a:t>  - Jeffrey Epstein — 2019, HIGHLY SUSPICIOUS. Sex-trafficking kingpin found dead in</a:t>
            </a:r>
          </a:p>
          <a:p>
            <a:r>
              <a:rPr lang="en-US" dirty="0"/>
              <a:t>  federal custody before trial. Both cameras failed, guards asleep.</a:t>
            </a:r>
          </a:p>
          <a:p>
            <a:r>
              <a:rPr lang="en-US" dirty="0"/>
              <a:t>  - Mark Middleton — 2022, HIGHLY SUSPICIOUS. Clinton White House aide who signed Epstein</a:t>
            </a:r>
          </a:p>
          <a:p>
            <a:r>
              <a:rPr lang="en-US" dirty="0"/>
              <a:t>  into the White House. Found hanged at remote Arkansas ranch with shotgun wound.</a:t>
            </a:r>
          </a:p>
          <a:p>
            <a:r>
              <a:rPr lang="en-US" dirty="0"/>
              <a:t>  - Steve Bing — 2020, HIGHLY SUSPICIOUS. Hollywood producer and major Clinton donor who</a:t>
            </a:r>
          </a:p>
          <a:p>
            <a:r>
              <a:rPr lang="en-US" dirty="0"/>
              <a:t>  provided Clinton's personal 737. Fell from 27th floor. Named in Epstein file releases.</a:t>
            </a:r>
          </a:p>
          <a:p>
            <a:r>
              <a:rPr lang="en-US" dirty="0"/>
              <a:t>  - Carolyn Andriano — 2023, HIGHLY SUSPICIOUS. Epstein victim and accuser. Found dead in</a:t>
            </a:r>
          </a:p>
          <a:p>
            <a:r>
              <a:rPr lang="en-US" dirty="0"/>
              <a:t>  West Palm Beach hotel at age 36.</a:t>
            </a:r>
          </a:p>
          <a:p>
            <a:r>
              <a:rPr lang="en-US" dirty="0"/>
              <a:t>  - Leigh Skye Patrick — 2017, HIGHLY SUSPICIOUS. Epstein victim found dead in West Palm</a:t>
            </a:r>
          </a:p>
          <a:p>
            <a:r>
              <a:rPr lang="en-US" dirty="0"/>
              <a:t>  Beach hotel room at age 29.</a:t>
            </a:r>
          </a:p>
          <a:p>
            <a:r>
              <a:rPr lang="en-US" dirty="0"/>
              <a:t>  - Daniel Anderl — 2020, HIGHLY SUSPICIOUS. 20-year-old son of Judge Esther Salas, who had</a:t>
            </a:r>
          </a:p>
          <a:p>
            <a:r>
              <a:rPr lang="en-US" dirty="0"/>
              <a:t>   just been assigned the Epstein-Deutsche Bank case. Gunman came to their home.</a:t>
            </a:r>
          </a:p>
          <a:p>
            <a:r>
              <a:rPr lang="en-US" dirty="0"/>
              <a:t>  - Philip Marshall — 2013, HIGHLY SUSPICIOUS. Author investigating CIA drug running and</a:t>
            </a:r>
          </a:p>
          <a:p>
            <a:r>
              <a:rPr lang="en-US" dirty="0"/>
              <a:t>  9/11. Found shot dead in his California home alongside his two children and dog. Ruled</a:t>
            </a:r>
          </a:p>
          <a:p>
            <a:r>
              <a:rPr lang="en-US" dirty="0"/>
              <a:t>  murder-suicide.</a:t>
            </a:r>
          </a:p>
          <a:p>
            <a:r>
              <a:rPr lang="en-US" dirty="0"/>
              <a:t>  - Michael Hastings — 2013, HIGHLY SUSPICIOUS. Journalist investigating CIA and military.</a:t>
            </a:r>
          </a:p>
          <a:p>
            <a:r>
              <a:rPr lang="en-US" dirty="0"/>
              <a:t>  Told friends he was being investigated by the FBI hours before his car exploded at high</a:t>
            </a:r>
          </a:p>
          <a:p>
            <a:r>
              <a:rPr lang="en-US" dirty="0"/>
              <a:t>  speed in LA.</a:t>
            </a:r>
          </a:p>
          <a:p>
            <a:r>
              <a:rPr lang="en-US" dirty="0"/>
              <a:t>  - Mark McCandlish — 2021, HIGHLY SUSPICIOUS. Aerospace illustrator who testified about</a:t>
            </a:r>
          </a:p>
          <a:p>
            <a:r>
              <a:rPr lang="en-US" dirty="0"/>
              <a:t>  classified antigravity craft. Shot in head at home days before scheduled Senate</a:t>
            </a:r>
          </a:p>
          <a:p>
            <a:r>
              <a:rPr lang="en-US" dirty="0"/>
              <a:t>  Intelligence Committee testimony.</a:t>
            </a:r>
          </a:p>
          <a:p>
            <a:r>
              <a:rPr lang="en-US" dirty="0"/>
              <a:t>  - Amy Eskridge — 2022, HIGHLY SUSPICIOUS. NASA rocket scientist in Huntsville, Alabama</a:t>
            </a:r>
          </a:p>
          <a:p>
            <a:r>
              <a:rPr lang="en-US" dirty="0"/>
              <a:t>  found dead at age 35 under suspicious circumstances.</a:t>
            </a:r>
          </a:p>
          <a:p>
            <a:r>
              <a:rPr lang="en-US" dirty="0"/>
              <a:t>  - John Rossi — 2016, HIGHLY SUSPICIOUS. Aerospace engineer found dead at Redstone Arsenal</a:t>
            </a:r>
          </a:p>
          <a:p>
            <a:r>
              <a:rPr lang="en-US" dirty="0"/>
              <a:t>   in Huntsville, Alabama.</a:t>
            </a:r>
          </a:p>
          <a:p>
            <a:r>
              <a:rPr lang="en-US" dirty="0"/>
              <a:t>  - Michael </a:t>
            </a:r>
            <a:r>
              <a:rPr lang="en-US" dirty="0" err="1"/>
              <a:t>Zebuhr</a:t>
            </a:r>
            <a:r>
              <a:rPr lang="en-US" dirty="0"/>
              <a:t> — 2006, HIGHLY SUSPICIOUS. Engineering student researching</a:t>
            </a:r>
          </a:p>
          <a:p>
            <a:r>
              <a:rPr lang="en-US" dirty="0"/>
              <a:t>  unconventional energy. Shot and killed in Minneapolis at age 25.</a:t>
            </a:r>
          </a:p>
          <a:p>
            <a:r>
              <a:rPr lang="en-US" dirty="0"/>
              <a:t>  - Job Price — 2012, HIGHLY SUSPICIOUS. US soldier found dead at forward operating base in</a:t>
            </a:r>
          </a:p>
          <a:p>
            <a:r>
              <a:rPr lang="en-US" dirty="0"/>
              <a:t>   Afghanistan under unexplained circumstances.</a:t>
            </a:r>
          </a:p>
          <a:p>
            <a:r>
              <a:rPr lang="en-US" dirty="0"/>
              <a:t>  - Abdulrahman al-Awlaki — 2011, HIGHLY SUSPICIOUS. 16-year-old American citizen killed by</a:t>
            </a:r>
          </a:p>
          <a:p>
            <a:r>
              <a:rPr lang="en-US" dirty="0"/>
              <a:t>   CIA drone strike in Yemen without charge or trial. Son of Anwar al-Awlaki.</a:t>
            </a:r>
          </a:p>
          <a:p>
            <a:r>
              <a:rPr lang="en-US" dirty="0"/>
              <a:t>  - Anwar al-Awlaki — 2011, CONFIRMED. American citizen killed by CIA drone strike in</a:t>
            </a:r>
          </a:p>
          <a:p>
            <a:r>
              <a:rPr lang="en-US" dirty="0"/>
              <a:t>  Yemen. First known deliberate killing of a US citizen by the US government without trial.</a:t>
            </a:r>
          </a:p>
          <a:p>
            <a:r>
              <a:rPr lang="en-US" dirty="0"/>
              <a:t>  - Andrew Breitbart — 2012, SUSPICIOUS. Conservative media founder who publicly called out</a:t>
            </a:r>
          </a:p>
          <a:p>
            <a:r>
              <a:rPr lang="en-US" dirty="0"/>
              <a:t>   Podesta's connection to underage trafficking. Died at 43 of sudden heart attack.</a:t>
            </a:r>
          </a:p>
          <a:p>
            <a:r>
              <a:rPr lang="en-US" dirty="0"/>
              <a:t>  Coroner's technician died of arsenic poisoning weeks later.</a:t>
            </a:r>
          </a:p>
          <a:p>
            <a:r>
              <a:rPr lang="en-US" dirty="0"/>
              <a:t>  - Christopher Sign — 2021, SUSPICIOUS. ABC News anchor who broke the Clinton-Lynch tarmac</a:t>
            </a:r>
          </a:p>
          <a:p>
            <a:r>
              <a:rPr lang="en-US" dirty="0"/>
              <a:t>   meeting story. Died at 45, ruled suicide. Had received death threats.</a:t>
            </a:r>
          </a:p>
          <a:p>
            <a:r>
              <a:rPr lang="en-US" dirty="0"/>
              <a:t>  - Isaac Kappy — 2019, SUSPICIOUS. Actor who publicly accused Hollywood figures of</a:t>
            </a:r>
          </a:p>
          <a:p>
            <a:r>
              <a:rPr lang="en-US" dirty="0"/>
              <a:t>  pedophilia and claimed to possess Epstein blackmail files. Fell from Arizona bridge 60</a:t>
            </a:r>
          </a:p>
          <a:p>
            <a:r>
              <a:rPr lang="en-US" dirty="0"/>
              <a:t>  days before Epstein's arrest. Repeatedly stated on video "if I die, it wasn't suicide."</a:t>
            </a:r>
          </a:p>
          <a:p>
            <a:r>
              <a:rPr lang="en-US" dirty="0"/>
              <a:t>  - Nancy Schaefer — 2010, SUSPICIOUS. Georgia state senator who exposed CPS child</a:t>
            </a:r>
          </a:p>
          <a:p>
            <a:r>
              <a:rPr lang="en-US" dirty="0"/>
              <a:t>  trafficking networks. Shot in back. Ruled murder-suicide while she was completing a</a:t>
            </a:r>
          </a:p>
          <a:p>
            <a:r>
              <a:rPr lang="en-US" dirty="0"/>
              <a:t>  documentary exposé.</a:t>
            </a:r>
          </a:p>
          <a:p>
            <a:r>
              <a:rPr lang="en-US" dirty="0"/>
              <a:t>  - Seth Rich — 2016, SUSPICIOUS. DNC staffer shot twice in the back in Washington DC.</a:t>
            </a:r>
          </a:p>
          <a:p>
            <a:r>
              <a:rPr lang="en-US" dirty="0"/>
              <a:t>  Nothing stolen. Case remains unsolved.</a:t>
            </a:r>
          </a:p>
          <a:p>
            <a:r>
              <a:rPr lang="en-US" dirty="0"/>
              <a:t>  - Peter Smith — 2017, SUSPICIOUS. Republican operative found dead of helium asphyxiation</a:t>
            </a:r>
          </a:p>
          <a:p>
            <a:r>
              <a:rPr lang="en-US" dirty="0"/>
              <a:t>  in Minnesota hotel 10 days after WSJ interview. Left note saying "NO FOUL PLAY</a:t>
            </a:r>
          </a:p>
          <a:p>
            <a:r>
              <a:rPr lang="en-US" dirty="0"/>
              <a:t>  WHATSOEVER." Mueller investigation sought his testimony.</a:t>
            </a:r>
          </a:p>
          <a:p>
            <a:r>
              <a:rPr lang="en-US" dirty="0"/>
              <a:t>  - Thomas Bowers — 2019, SUSPICIOUS. Deutsche Bank executive who processed Epstein's</a:t>
            </a:r>
          </a:p>
          <a:p>
            <a:r>
              <a:rPr lang="en-US" dirty="0"/>
              <a:t>  financial transactions. Found hanged at his Malibu home.</a:t>
            </a:r>
          </a:p>
          <a:p>
            <a:r>
              <a:rPr lang="en-US" dirty="0"/>
              <a:t>  - Aaron Swartz — 2013, SUSPICIOUS. Reddit co-founder who built </a:t>
            </a:r>
            <a:r>
              <a:rPr lang="en-US" dirty="0" err="1"/>
              <a:t>SecureDrop</a:t>
            </a:r>
            <a:r>
              <a:rPr lang="en-US" dirty="0"/>
              <a:t> whistleblower</a:t>
            </a:r>
          </a:p>
          <a:p>
            <a:r>
              <a:rPr lang="en-US" dirty="0"/>
              <a:t>  tool. Found hanged at 26 while facing 35 years in prison for downloading academic</a:t>
            </a:r>
          </a:p>
          <a:p>
            <a:r>
              <a:rPr lang="en-US" dirty="0"/>
              <a:t>  articles. Father said "he was killed by the government."</a:t>
            </a:r>
          </a:p>
          <a:p>
            <a:r>
              <a:rPr lang="en-US" dirty="0"/>
              <a:t>  - Philip Haney — 2020, SUSPICIOUS. DHS whistleblower who exposed the shutdown of Muslim</a:t>
            </a:r>
          </a:p>
          <a:p>
            <a:r>
              <a:rPr lang="en-US" dirty="0"/>
              <a:t>  surveillance programs. Found shot dead in California park-and-ride lot.</a:t>
            </a:r>
          </a:p>
          <a:p>
            <a:r>
              <a:rPr lang="en-US" dirty="0"/>
              <a:t>  - Philip Leonard — 2024, SUSPICIOUS. Los Alamos National Laboratory employee found dead</a:t>
            </a:r>
          </a:p>
          <a:p>
            <a:r>
              <a:rPr lang="en-US" dirty="0"/>
              <a:t>  near the facility. Part of a cluster of suspicious deaths near weapons labs.</a:t>
            </a:r>
          </a:p>
          <a:p>
            <a:r>
              <a:rPr lang="en-US" dirty="0"/>
              <a:t>  - Jonathan Nichols — 2019, SUSPICIOUS. Oklahoma state senator who authored child abuse</a:t>
            </a:r>
          </a:p>
          <a:p>
            <a:r>
              <a:rPr lang="en-US" dirty="0"/>
              <a:t>  protection laws and pushed death penalty for repeat child molesters. Found dead of</a:t>
            </a:r>
          </a:p>
          <a:p>
            <a:r>
              <a:rPr lang="en-US" dirty="0"/>
              <a:t>  gunshot wound to chest.</a:t>
            </a:r>
          </a:p>
          <a:p>
            <a:r>
              <a:rPr lang="en-US" dirty="0"/>
              <a:t>  - Steven Hoffenberg — 2022, SUSPICIOUS. Epstein's early business partner who helped build</a:t>
            </a:r>
          </a:p>
          <a:p>
            <a:r>
              <a:rPr lang="en-US" dirty="0"/>
              <a:t>   the financial fraud operation. Found dead at home in Connecticut.</a:t>
            </a:r>
          </a:p>
          <a:p>
            <a:r>
              <a:rPr lang="en-US" dirty="0"/>
              <a:t>  - Andrew Stewart — 2020, SUSPICIOUS. Epstein's personal chef described as "the holy grail</a:t>
            </a:r>
          </a:p>
          <a:p>
            <a:r>
              <a:rPr lang="en-US" dirty="0"/>
              <a:t>   — he knew everything." Died in his sleep as lawyers sought to subpoena him.</a:t>
            </a:r>
          </a:p>
          <a:p>
            <a:r>
              <a:rPr lang="en-US" dirty="0"/>
              <a:t>  - Joseph Calabrese — 2019, SUSPICIOUS. NYPD detective who allegedly viewed contents of</a:t>
            </a:r>
          </a:p>
          <a:p>
            <a:r>
              <a:rPr lang="en-US" dirty="0"/>
              <a:t>  the Weiner laptop. Part of a cluster of 4+ NYPD deaths in 22 days.</a:t>
            </a:r>
          </a:p>
          <a:p>
            <a:r>
              <a:rPr lang="en-US" dirty="0"/>
              <a:t>  - Steven Silks — 2019, SUSPICIOUS. NYPD Deputy Chief allegedly connected to Weiner laptop</a:t>
            </a:r>
          </a:p>
          <a:p>
            <a:r>
              <a:rPr lang="en-US" dirty="0"/>
              <a:t>   review. First in a rapid cluster of NYPD suicides.</a:t>
            </a:r>
          </a:p>
          <a:p>
            <a:r>
              <a:rPr lang="en-US" dirty="0"/>
              <a:t>  - Karl Wolfe — 2018, SUSPICIOUS. Former Air Force sergeant who testified publicly about</a:t>
            </a:r>
          </a:p>
          <a:p>
            <a:r>
              <a:rPr lang="en-US" dirty="0"/>
              <a:t>  seeing NASA photographs of structures on the far side of the moon.</a:t>
            </a:r>
          </a:p>
          <a:p>
            <a:r>
              <a:rPr lang="en-US" dirty="0"/>
              <a:t>  - Fred Bell — 2011, SUSPICIOUS. Physicist and UAP whistleblower who died two days after</a:t>
            </a:r>
          </a:p>
          <a:p>
            <a:r>
              <a:rPr lang="en-US" dirty="0"/>
              <a:t>  filming an interview about classified programs for Jesse Ventura's show.</a:t>
            </a:r>
          </a:p>
          <a:p>
            <a:r>
              <a:rPr lang="en-US" dirty="0"/>
              <a:t>  - Jacob Prichard — 2025, SUSPICIOUS. Connected to Air Force Research Laboratory. Found</a:t>
            </a:r>
          </a:p>
          <a:p>
            <a:r>
              <a:rPr lang="en-US" dirty="0"/>
              <a:t>  dead in West Milton, Ohio as part of October 2025 AFRL death cluster.</a:t>
            </a:r>
          </a:p>
          <a:p>
            <a:r>
              <a:rPr lang="en-US" dirty="0"/>
              <a:t>  - Jaymee Prichard — 2025, SUSPICIOUS. Connected to AFRL cluster. Found dead in car trunk</a:t>
            </a:r>
          </a:p>
          <a:p>
            <a:r>
              <a:rPr lang="en-US" dirty="0"/>
              <a:t>  at same West Milton location.</a:t>
            </a:r>
          </a:p>
          <a:p>
            <a:r>
              <a:rPr lang="en-US" dirty="0"/>
              <a:t>  - Jaime Gustitus — 2025, SUSPICIOUS. AFRL-connected, found dead in Sugarcreek Township,</a:t>
            </a:r>
          </a:p>
          <a:p>
            <a:r>
              <a:rPr lang="en-US" dirty="0"/>
              <a:t>  Ohio. Part of the same October 2025 cluster.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5651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William Cooper: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William Cooper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9299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Author of "Behold a Pale Horse" — SHOT and KILLED by sheriff's deputies at age 58 in Eagar, Arizona.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Naval intelligence who claimed to have seen classified documents about alien contact and government cover-ups.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Predicted a major terror attack months before 9/11 — naming Osama bin Laden as the likely scapegoat.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during an attempted arrest at his home — but the circumstances of the confrontation are disputed.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Had been broadcasting from his hilltop home for years, exposing what he said was a global conspiracy.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Said for years he expected to be KILLED — and he was right.</a:t>
            </a:r>
          </a:p>
        </p:txBody>
      </p:sp>
      <p:pic>
        <p:nvPicPr>
          <p:cNvPr id="16" name="Picture 15" descr="William_Coo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7015" y="1151711"/>
            <a:ext cx="5386592" cy="3884876"/>
          </a:xfrm>
          <a:prstGeom prst="rect">
            <a:avLst/>
          </a:prstGeom>
        </p:spPr>
      </p:pic>
      <p:sp>
        <p:nvSpPr>
          <p:cNvPr id="2" name="Google Shape;170;p31">
            <a:extLst>
              <a:ext uri="{FF2B5EF4-FFF2-40B4-BE49-F238E27FC236}">
                <a16:creationId xmlns:a16="http://schemas.microsoft.com/office/drawing/2014/main" id="{23BD46B3-7405-7B7C-173B-CCC90E6DAEEC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000000"/>
              </a:buClr>
              <a:buSzPts val="1600"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lang="en-US"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C15BF5-63C1-7D4C-5001-995423D85A63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Robert_F_Kenne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7849" y="1100088"/>
            <a:ext cx="3126851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Robert F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000000"/>
              </a:buClr>
              <a:buSzPts val="1600"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lang="en-US"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4198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Robert F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29145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93797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U.S. Senator and presidential candidate ASSASSINATED at age 42 in Los Angeles — June 1968.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Dean Warwick claimed he was about to name RFK's real killer on stage — then COLLAPSED and DIED mid-sentence.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official story blames Sirhan Sirhan — but forensic evidence suggests shots from behind, where Sirhan was not.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Some researchers connect his assassination to his potential access to classified UFO programs had he become president.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brother JFK was killed five years earlier — two Kennedys, both assassinated during the peak of UFO secrecy.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aney gave numerous TV interviews while promoting his book">
            <a:extLst>
              <a:ext uri="{FF2B5EF4-FFF2-40B4-BE49-F238E27FC236}">
                <a16:creationId xmlns:a16="http://schemas.microsoft.com/office/drawing/2014/main" id="{79F665EB-66F1-D4E9-58C9-5C90B9545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0376" y="880999"/>
            <a:ext cx="6352833" cy="4103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Haney: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Haney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05506"/>
            <a:ext cx="836799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DHS founding member and terrorism whistleblower — found SHOT DEAD in a California park-and-ride lot at age 66.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Alleged the Obama administration ordered the DELETION of intelligence records that could have PREVENTED the San Bernardino attack.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family "SERIOUSLY DOUBTS" the suicide ruling. Friends say the devout Christian explicitly said he would NEVER take his own life.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ENGAGED to be married and reportedly preparing to reveal ADDITIONAL classified information at the time of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Ruled suicide after a TWO-YEAR investigation — but investigators found a note with passwords, not a suicide note.</a:t>
            </a:r>
          </a:p>
        </p:txBody>
      </p:sp>
    </p:spTree>
    <p:extLst>
      <p:ext uri="{BB962C8B-B14F-4D97-AF65-F5344CB8AC3E}">
        <p14:creationId xmlns:p14="http://schemas.microsoft.com/office/powerpoint/2010/main" val="962546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Dorothy Kilgallen: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000000"/>
              </a:buClr>
              <a:buSzPts val="1600"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lang="en-US"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8343" y="1805721"/>
            <a:ext cx="7816976" cy="4031873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America's most famous journalist — syndicated to 20 MILLION readers. Found dead of a barbiturate overdose at age 52. Ruled "circumstances undetermined."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was investigating the JFK ASSASSINATION and told friends she was about to "BREAK THE CASE WIDE OPEN."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secured the ONLY private interview with Jack Ruby — the man who killed the man accused of killing the President.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INVESTIGATION FILE — described as a thick folder of documents — VANISHED after her death and has NEVER been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in a room that WASN'T her bedroom, fully dressed and made up — inconsistent with her known habits. No real investigation was ever conducted.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Dorothy_Kilgall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168" y="1084146"/>
            <a:ext cx="3882867" cy="3856982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Dorothy Kilgallen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Leonard: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Leonard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37976"/>
            <a:ext cx="7648046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Los Alamos nuclear weapons lab HIGH-EXPLOSIVES chemist — killed at age 44 in a head-on collision on the road TO the lab.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Another driver crossed the DOUBLE YELLOW LINE into his lane. No public explanation for WHY has ever been released.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specialty was the most CLASSIFIED research at LANL — explosive compounds used in nuclear WARHEAD design.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came at the START of a cluster of defense scientist deaths in the New Mexico corridor throughout 2024-2025.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SECOND defense scientist in the same New Mexico corridor was MURDERED just weeks later — Christopher Fallen of the Air Force Research Lab.</a:t>
            </a:r>
          </a:p>
        </p:txBody>
      </p:sp>
      <p:pic>
        <p:nvPicPr>
          <p:cNvPr id="16" name="Picture 15" descr="Philip_Leon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9676" y="1070199"/>
            <a:ext cx="2746882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079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Alfred Herrhausen: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Alfred Herrhausen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Chairman of Deutsche Bank killed by a MILITARY-GRADE bomb hidden in a child's knapsack on a bicycle.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21 DAYS after the Berlin Wall fell. Was scheduled to present his reunification plan the NEXT 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bomb used an INFRARED TRIGGER that distinguished his armored car from the lead vehicle — military precision.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said weeks before: "I know there is a group of people who have an INTEREST in my death."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Case remains COMPLETELY UNSOLVED — no arrests, no trial, no accountability after 35+ years.</a:t>
            </a:r>
          </a:p>
        </p:txBody>
      </p:sp>
      <p:pic>
        <p:nvPicPr>
          <p:cNvPr id="16" name="Picture 15" descr="Alfred_Herrhaus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550" y="1100088"/>
            <a:ext cx="260286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Ilaria_Alp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091" y="1138842"/>
            <a:ext cx="5387784" cy="380736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Ilaria Alpi: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Ilaria Alpi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Italian journalist, age 32. AMBUSHED by a 7-man commando in Mogadishu. Shot EXECUTION-STYLE in the temple.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was investigating ILLEGAL ARMS trafficking and TOXIC WASTE dumping involving Italian intelligence (SISMI).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only man convicted served 17 YEARS in prison — then was ACQUITTED and awarded 3.1 MILLION euros.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That wrongfully convicted man was later KILLED BY A CAR BOMB in Mogadishu in 2022.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cameraman's final footage has NEVER been recovered — the attackers wanted the evidence destroyed.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972976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Alexander Zakharchenko: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22965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Blown up by a BOMB hidden inside a cafe he visited DAILY in Donetsk. Age 42.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bomb was concealed in a LIGHTING FIXTURE above his usual seat — someone knew his exact habits.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Ukraine AND Russia have been accused. His own security apparatus was likely PENETRATED.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successor was installed within DAYS — someone was READY for his removal.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a pattern: separatist leaders in Donbas were being ELIMINATED one by one.</a:t>
            </a:r>
          </a:p>
        </p:txBody>
      </p:sp>
      <p:pic>
        <p:nvPicPr>
          <p:cNvPr id="16" name="Picture 15" descr="Alexander_Zakharchenk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9098" y="1100088"/>
            <a:ext cx="3003770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30446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Alexander Zakharchenko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0171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Jason Thomas: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Jason Thomas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Cancer researcher with DEPARTMENT OF DEFENSE contracts through Novartis. Age 45. Found dead in a FROZEN LAKE.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Disappeared December 2025 after leaving behind his wallet, phone, and Apple Watch — watch was in the MAILBOX.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body was submerged in ice for THREE MONTHS, severely limiting forensic evidence.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a CLUSTER of scientist deaths in 2025-2026 that drew CONGRESSIONAL attention.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parents died within ONE HOUR of each other weeks before. Official cause of death STILL NOT RELEASED.</a:t>
            </a:r>
          </a:p>
        </p:txBody>
      </p:sp>
      <p:pic>
        <p:nvPicPr>
          <p:cNvPr id="16" name="Picture 15" descr="Jason_Thom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0539" y="1100088"/>
            <a:ext cx="294088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94604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Lincoln Rockwell: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83859" y="625375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937976"/>
            <a:ext cx="7781792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Political assassination &amp; </a:t>
            </a:r>
            <a:r>
              <a:rPr dirty="0"/>
              <a:t>SHOT FROM A ROOFTOP at a laundromat parking lot. Age 49. A US Army COUNTERINTELLIGENCE AGENT was an eyewitness.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FBI's COINTELPRO program was actively INFILTRATING and fomenting INTERNAL CONFLICT in his organization at the time.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convicted killer was an EXPELLED former member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evidence was ENTIRELY CIRCUMSTANTIAL. The killer NEVER confessed.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same COINTELPRO program coordinated the killing of Black Panther leader Fred Hampton two years later — proving the FBI was willing to FACILITATE assassinations.</a:t>
            </a:r>
          </a:p>
        </p:txBody>
      </p:sp>
      <p:pic>
        <p:nvPicPr>
          <p:cNvPr id="16" name="Picture 15" descr="George_Lincoln_Rockwe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503" y="1100088"/>
            <a:ext cx="2920959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83859" y="4943025"/>
            <a:ext cx="4550222" cy="132856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Lincoln Rockwell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Omar_Torrij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9160" y="1100088"/>
            <a:ext cx="2787398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Omar Torrijos: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Omar Torrijos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0865" y="1905506"/>
            <a:ext cx="890285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Panama's leader who won the CANAL back from America — killed in a plane crash at age 52, just TWO YEARS after signing the treaty.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Ecuador's president died in a NEARLY IDENTICAL plane crash just 68 DAYS earlier — both had defied US economic interests.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former CIA insider wrote: "When Torrijos refused to be CORRUPTED, the CIA escalated to ASSASSINATION."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Key investigative documents DISAPPEARED during the 1989 US invasion of Panama — when American forces DESTROYED the defense headquarters.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cleared the way for CIA asset Manuel NORIEGA to seize power — until the US invaded AGAIN to remove him.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Frank Olson: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Frank Olson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67260"/>
            <a:ext cx="8597190" cy="3631763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FELL from a 13th-floor hotel window at age 43 — CIA scientist dosed with LSD under MKULTRA nine days earlier.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family fought for DECADES to prove it was murder, not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1994 exhumation found a previously undetected CRANIAL INJURY consistent with a blow to the head before the fall.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CIA admitted in 1975 they had secretly dosed him with LSD. His "suicide" was the cover story.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Manhattan DA reopened the case as a HOMICIDE investigation in 1996.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Worked on biological weapons at Fort Detrick — knew secrets the CIA could not afford to let out.</a:t>
            </a:r>
          </a:p>
        </p:txBody>
      </p:sp>
      <p:pic>
        <p:nvPicPr>
          <p:cNvPr id="16" name="Picture 15" descr="Frank_Ols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911" y="1174201"/>
            <a:ext cx="2913657" cy="3884876"/>
          </a:xfrm>
          <a:prstGeom prst="rect">
            <a:avLst/>
          </a:prstGeom>
        </p:spPr>
      </p:pic>
      <p:sp>
        <p:nvSpPr>
          <p:cNvPr id="2" name="Google Shape;170;p31">
            <a:extLst>
              <a:ext uri="{FF2B5EF4-FFF2-40B4-BE49-F238E27FC236}">
                <a16:creationId xmlns:a16="http://schemas.microsoft.com/office/drawing/2014/main" id="{C13D3C41-65DE-8D54-DAC5-EEAAE0D5E96C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645DA2-C3C9-5A8E-276C-1B0CC022EB5E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Orlando Letelier: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Orlando Letelier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Chilean diplomat — killed by a CAR BOMB on Embassy Row in Washington, DC, less than 2 km from the WHITE HOUSE.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25-year-old American colleague Ronni Moffitt DROWNED in her own blood from shrapnel that pierced her throat.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Declassified CIA documents state: "PINOCHET PERSONALLY ORDERED" the assassination.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Kissinger BLOCKED a State Department warning to Condor nations FIVE DAYS before the bombing — a warning that could have PREVENTED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American-born assassin who BUILT the bomb served only 62 MONTHS in prison and got a new identity through witness protection.</a:t>
            </a:r>
          </a:p>
        </p:txBody>
      </p:sp>
      <p:pic>
        <p:nvPicPr>
          <p:cNvPr id="16" name="Picture 15" descr="Orlando_Letel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Rafael Trujillo: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Rafael Trujillo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CIA SUPPLIED the weapons. Dominican dictator ambushed and machine-gunned in his car on a highway.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Ruled for 31 YEARS. Murdered the Mirabal sisters. Ordered the Parsley Massacre killing up to 30,000 Haitians.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CIA's internal report admitted "quite extensive Agency involvement" — then PUBLICLY claimed only a "faint connection."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Kennedy sent a cable saying the US "cannot condone assassination" — TWO DAYS before the hit. Weapons already delivered.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Church Committee confirmed this as ONE OF FIVE CIA assassination plots against foreign leaders.</a:t>
            </a:r>
          </a:p>
        </p:txBody>
      </p:sp>
      <p:pic>
        <p:nvPicPr>
          <p:cNvPr id="16" name="Picture 15" descr="Rafael_Trujill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420" y="1100088"/>
            <a:ext cx="272912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Alexei Navalny: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Alexei Navalny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Survived FSB NOVICHOK poisoning in 2020, then TRICKED his assassin into confessing on a recorded phone call.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an ARCTIC prison at age 47. Five European nations confirmed he was poisoned with FROG TOXIN.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Appeared HEALTHY at a court hearing ONE DAY before his death. Russia claims "cardiac arrhythmia."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anti-corruption videos exposing Putin's $1.35 BILLION palace got 130 MILLION views on YouTube.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wife vowed to continue his work. "If they decide to KILL me, it means we are incredibly STRONG."</a:t>
            </a:r>
          </a:p>
        </p:txBody>
      </p:sp>
      <p:pic>
        <p:nvPicPr>
          <p:cNvPr id="16" name="Picture 15" descr="Alexei_Navaln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3003" y="1100088"/>
            <a:ext cx="2835959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462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hmad_Shah_Massou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8300" y="1070199"/>
            <a:ext cx="3107900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65100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Ahmad Shah Massoud: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43022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Ahmad Shah Massoud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355414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Assassinated EXACTLY 2 DAYS before 9/11. Al-Qaeda hid a BOMB inside a stolen TV camera.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Known as the "LION of Panjshir" — the most feared guerrilla commander the Soviets ever faced.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WARNED the European Parliament months earlier that a MASSIVE attack on America was coming.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by fake journalists who asked: "What will you do with Osama bin Laden?" Then DETONATED the bomb.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removed the ONE Afghan leader who could have cooperated with the US response to 9/11.</a:t>
            </a:r>
          </a:p>
        </p:txBody>
      </p:sp>
    </p:spTree>
    <p:extLst>
      <p:ext uri="{BB962C8B-B14F-4D97-AF65-F5344CB8AC3E}">
        <p14:creationId xmlns:p14="http://schemas.microsoft.com/office/powerpoint/2010/main" val="34759452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Vitaly Churkin: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Vitaly Churkin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Russia's UN Ambassador died SUDDENLY in New York, one day before his 65th birthday. Autopsy results SUPPRESSED.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NYC Medical Examiner said cause of death needed "further study" — then the US State Department BLOCKED the release.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 also opposed disclosure, saying the results could "HURT HIS REPUTATION." A cryptic comment that fuels speculation.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came during a cluster of at least SIX Russian diplomat deaths in a four-month period.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governments — the US AND Russia — actively conspired to keep the public from knowing HOW he died.</a:t>
            </a:r>
          </a:p>
        </p:txBody>
      </p:sp>
      <p:pic>
        <p:nvPicPr>
          <p:cNvPr id="16" name="Picture 15" descr="Vitaly_Churk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686" y="1100088"/>
            <a:ext cx="254459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Zelimkhan Yandarbiyev: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Zelimkhan Yandarbiyev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Chechen president killed by a CAR BOMB in Qatar. His 13-year-old son was in the car and critically injured.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Age 51. Poet, children's author, and father of Chechen independence. Assassinated after Friday PRAYERS at a mosque.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GRU agents CAUGHT, TRIED, and CONVICTED by a Qatari court — found to have acted on orders from Russia's Defense Minister.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 forced Qatar to send the agents HOME. They got a HEROES' WELCOME in Moscow and were NEVER imprisoned.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Russian prison officials openly said the Qatari life sentence was "IRRELEVANT" in Russia.</a:t>
            </a:r>
          </a:p>
        </p:txBody>
      </p:sp>
      <p:pic>
        <p:nvPicPr>
          <p:cNvPr id="16" name="Picture 15" descr="Zelimkhan_Yandarbiye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8974" y="1100088"/>
            <a:ext cx="2564018" cy="38848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697</TotalTime>
  <Words>3551</Words>
  <Application>Microsoft Macintosh PowerPoint</Application>
  <PresentationFormat>Widescreen</PresentationFormat>
  <Paragraphs>296</Paragraphs>
  <Slides>19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60</cp:revision>
  <dcterms:created xsi:type="dcterms:W3CDTF">2026-02-13T11:27:00Z</dcterms:created>
  <dcterms:modified xsi:type="dcterms:W3CDTF">2026-04-02T18:13:40Z</dcterms:modified>
</cp:coreProperties>
</file>