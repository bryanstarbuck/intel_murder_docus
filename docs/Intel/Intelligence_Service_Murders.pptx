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73" r:id="rId3"/>
    <p:sldId id="274" r:id="rId4"/>
    <p:sldId id="275" r:id="rId5"/>
    <p:sldId id="32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91"/>
    <p:restoredTop sz="98824"/>
  </p:normalViewPr>
  <p:slideViewPr>
    <p:cSldViewPr snapToGrid="0">
      <p:cViewPr varScale="1">
        <p:scale>
          <a:sx n="296" d="100"/>
          <a:sy n="296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Ahmad Shah Massoud: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Ahmad Shah Massoud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EXACTLY 2 DAYS before 9/11. Al-Qaeda hid a BOMB inside a stolen TV camera.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Known as the "LION of Panjshir" — the most feared guerrilla commander the Soviets ever faced.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WARNED the European Parliament months earlier that a MASSIVE attack on America was coming.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by fake journalists who asked: "What will you do with Osama bin Laden?" Then DETONATED the bomb.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removed the ONE Afghan leader who could have cooperated with the US response to 9/11.</a:t>
            </a:r>
          </a:p>
        </p:txBody>
      </p:sp>
      <p:pic>
        <p:nvPicPr>
          <p:cNvPr id="16" name="Picture 15" descr="Ahmad_Shah_Masso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Ahmed Yassin: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Ahmed Yassin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WHEELCHAIR-BOUND 67-year-old quadriplegic hit by HELLFIRE MISSILES outside a mosque after morning prayers.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NINE bystanders killed in the same strike, including civilians who had been praying alongside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successor was killed by Israel just 26 DAYS LATER in a near-identical helicopter strike.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Hamas in 1987. Had been PARALYZED since adolescence. Used a wheelchair his entire adult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UN, EU, and most nations CONDEMNED the strike. The US VETOED the Security Council resolution.</a:t>
            </a:r>
          </a:p>
        </p:txBody>
      </p:sp>
      <p:pic>
        <p:nvPicPr>
          <p:cNvPr id="16" name="Picture 15" descr="Ahmed_Yass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Alexander Zakharchenko: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Alexander Zakharchenko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Blown up by a BOMB hidden inside a cafe he visited DAILY in Donetsk. Age 42.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was concealed in a LIGHTING FIXTURE above his usual seat — someone knew his exact habits.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Ukraine AND Russia have been accused. His own security apparatus was likely PENETRATED.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successor was installed within DAYS — someone was READY for his removal.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pattern: separatist leaders in Donbas were being ELIMINATED one by one.</a:t>
            </a:r>
          </a:p>
        </p:txBody>
      </p:sp>
      <p:pic>
        <p:nvPicPr>
          <p:cNvPr id="16" name="Picture 15" descr="Alexander_Zakharchen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098" y="1100088"/>
            <a:ext cx="300377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Alexei Navalny: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Alexei Navalny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Survived FSB NOVICHOK poisoning in 2020, then TRICKED his assassin into confessing on a recorded phone call.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an ARCTIC prison at age 47. Five European nations confirmed he was poisoned with FROG TOXIN.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HEALTHY at a court hearing ONE DAY before his death. Russia claims "cardiac arrhythmia."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anti-corruption videos exposing Putin's $1.35 BILLION palace got 130 MILLION views on YouTube.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vowed to continue his work. "If they decide to KILL me, it means we are incredibly STRONG."</a:t>
            </a:r>
          </a:p>
        </p:txBody>
      </p:sp>
      <p:pic>
        <p:nvPicPr>
          <p:cNvPr id="16" name="Picture 15" descr="Alexei_Naval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003" y="1100088"/>
            <a:ext cx="283595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Robert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Robert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Senator and presidential candidate ASSASSINATED at age 42 in Los Angeles — June 1968.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Dean Warwick claimed he was about to name RFK's real killer on stage — then COLLAPSED and DIED mid-sentence.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official story blames Sirhan Sirhan — but forensic evidence suggests shots from behind, where Sirhan was not.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Some researchers connect his assassination to his potential access to classified UFO programs had he become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brother JFK was killed five years earlier — two Kennedys, both assassinated during the peak of UFO secrecy.</a:t>
            </a:r>
          </a:p>
        </p:txBody>
      </p:sp>
      <p:pic>
        <p:nvPicPr>
          <p:cNvPr id="16" name="Picture 15" descr="Robert_F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557" y="1100088"/>
            <a:ext cx="312685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 Herrhausen: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 Herrhausen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Chairman of Deutsche Bank killed by a MILITARY-GRADE bomb hidden in a child's knapsack on a bicycle.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21 DAYS after the Berlin Wall fell. Was scheduled to present his reunification plan the NEXT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used an INFRARED TRIGGER that distinguished his armored car from the lead vehicle — military precision.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said weeks before: "I know there is a group of people who have an INTEREST in my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Case remains COMPLETELY UNSOLVED — no arrests, no trial, no accountability after 35+ years.</a:t>
            </a:r>
          </a:p>
        </p:txBody>
      </p:sp>
      <p:pic>
        <p:nvPicPr>
          <p:cNvPr id="16" name="Picture 15" descr="Alfred_Herrhaus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550" y="1100088"/>
            <a:ext cx="260286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HAARP chief scientist found BOUND with duct tape, belt around his neck, head wrapped in tape. ASPHYXIATED in his own home. Age 48.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Senior physicist at the Air Force Research Laboratory working on CLASSIFIED ionospheric and plasma weapons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suspect convicted of FIRST-DEGREE murder. The co-defendant fled to El Paso and died of an OVERDOSE before 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the FIRST in a cluster of defense scientist deaths across New Mexico in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at Kirtland Air Force Base — home to directed energy weapons, space vehicles, and some of America's most SECRET programs.</a:t>
            </a:r>
          </a:p>
        </p:txBody>
      </p:sp>
      <p:pic>
        <p:nvPicPr>
          <p:cNvPr id="16" name="Picture 15" descr="Christopher_F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40" y="1100088"/>
            <a:ext cx="287768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Lincoln Rockwell: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Lincoln Rockwell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American Nazi Party founder SHOT FROM A ROOFTOP at a laundromat parking lot. Age 49. A US Army COUNTERINTELLIGENCE AGENT was an eyewitness.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FBI's COINTELPRO-WHITE HATE program was actively INFILTRATING and fomenting INTERNAL CONFLICT in his organization at the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convicted killer was an EXPELLED former member — the exact profile COINTELPRO used to manipulate or frame: volatile, disgruntled, and unstable.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evidence was ENTIRELY CIRCUMSTANTIAL. The killer NEVER confessed.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same COINTELPRO program coordinated the killing of Black Panther leader Fred Hampton two years later — proving the FBI was willing to FACILITATE assassinations.</a:t>
            </a:r>
          </a:p>
        </p:txBody>
      </p:sp>
      <p:pic>
        <p:nvPicPr>
          <p:cNvPr id="16" name="Picture 15" descr="George_Lincoln_Rock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503" y="1100088"/>
            <a:ext cx="292095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Ilaria Alpi: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Ilaria Alpi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Italian journalist, age 32. AMBUSHED by a 7-man commando in Mogadishu. Shot EXECUTION-STYLE in the temple.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investigating ILLEGAL ARMS trafficking and TOXIC WASTE dumping involving Italian intelligence (SISMI).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man convicted served 17 YEARS in prison — then was ACQUITTED and awarded 3.1 MILLION euros.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That wrongfully convicted man was later KILLED BY A CAR BOMB in Mogadishu in 2022.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cameraman's final footage has NEVER been recovered — the attackers wanted the evidence destroyed.</a:t>
            </a:r>
          </a:p>
        </p:txBody>
      </p:sp>
      <p:pic>
        <p:nvPicPr>
          <p:cNvPr id="16" name="Picture 15" descr="Ilaria_Al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138842"/>
            <a:ext cx="5387784" cy="38073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Cancer researcher with DEPARTMENT OF DEFENSE contracts through Novartis. Age 45. Found dead in a FROZEN LAKE.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December 2025 after leaving behind his wallet, phone, and Apple Watch — watch was in the MAILBOX.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submerged in ice for THREE MONTHS, severely limiting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CLUSTER of scientist deaths in 2025-2026 that drew CONGRESSIONAL attention.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parents died within ONE HOUR of each other weeks before. Official cause of death STILL NOT RELEASED.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Texted his mother: "Your boy's in TROUBLE. If anything happens to me, INVESTIGATE." Dead TWO DAYS later at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Vomited TWO LITRES of BLACK FLUID before dying in a Warsaw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British coroner called the Polish police investigation "WHOLLY INCOMPETENT" — the body was left overnight with NO examination.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investigating elite PEDOPHILE RINGS and government mind control programs — about to speak at a conference on who REALLY controls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Lethal opioids and a Turkish sedative were in his system — but the SOURCE of the drugs was never established.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Omar Torrijos: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Omar Torrijos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Panama's leader who won the CANAL back from America — killed in a plane crash at age 52, just TWO YEARS after signing the treaty.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Ecuador's president died in a NEARLY IDENTICAL plane crash just 68 DAYS earlier — both had defied US economic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former CIA insider wrote: "When Torrijos refused to be CORRUPTED, the CIA escalated to ASSASSINATION."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Key investigative documents DISAPPEARED during the 1989 US invasion of Panama — when American forces DESTROYED the defense headquarters.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cleared the way for CIA asset Manuel NORIEGA to seize power — until the US invaded AGAIN to remove him.</a:t>
            </a:r>
          </a:p>
        </p:txBody>
      </p:sp>
      <p:pic>
        <p:nvPicPr>
          <p:cNvPr id="16" name="Picture 15" descr="Omar_Torrij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284" y="1100088"/>
            <a:ext cx="278739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Orlando Letelier: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Orlando Letelier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Chilean diplomat — killed by a CAR BOMB on Embassy Row in Washington, DC, less than 2 km from the WHITE HOUSE.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25-year-old American colleague Ronni Moffitt DROWNED in her own blood from shrapnel that pierced her throat.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Declassified CIA documents state: "PINOCHET PERSONALLY ORDERED" the assassination.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Kissinger BLOCKED a State Department warning to Condor nations FIVE DAYS before the bombing — a warning that could have PREVENTED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American-born assassin who BUILT the bomb served only 62 MONTHS in prison and got a new identity through witness protection.</a:t>
            </a:r>
          </a:p>
        </p:txBody>
      </p:sp>
      <p:pic>
        <p:nvPicPr>
          <p:cNvPr id="16" name="Picture 15" descr="Orlando_Letel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DHS founding member and terrorism whistleblower — found SHOT DEAD in a California park-and-ride lot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 the Obama administration ordered the DELETION of intelligence records that could have PREVENTED the San Bernardino attack.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"SERIOUSLY DOUBTS" the suicide ruling. Friends say the devout Christian explicitly said he would NEVER take his own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ENGAGED to be married and reportedly preparing to reveal ADDITIONAL classified information at the time of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suicide after a TWO-YEAR investigation — but investigators found a note with passwords, not a suicide note.</a:t>
            </a:r>
          </a:p>
        </p:txBody>
      </p:sp>
      <p:pic>
        <p:nvPicPr>
          <p:cNvPr id="16" name="Picture 15" descr="Philip_Ha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7027" y="1100088"/>
            <a:ext cx="228791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Los Alamos nuclear weapons lab HIGH-EXPLOSIVES chemist — killed at age 44 in a head-on collision on the road TO the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Another driver crossed the DOUBLE YELLOW LINE into his lane. No public explanation for WHY has ever been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specialty was the most CLASSIFIED research at LANL — explosive compounds used in nuclear WARHEAD design.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at the START of a cluster of defense scientist deaths in the New Mexico corridor throughout 2024-2025.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SECOND defense scientist in the same New Mexico corridor was MURDERED just weeks later — Christopher Fallen of the Air Force Research Lab.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2" y="1100088"/>
            <a:ext cx="27468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Rafael Trujillo: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Rafael Trujillo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 SUPPLIED the weapons. Dominican dictator ambushed and machine-gunned in his car on a highway.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for 31 YEARS. Murdered the Mirabal sisters. Ordered the Parsley Massacre killing up to 30,000 Haitians.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CIA's internal report admitted "quite extensive Agency involvement" — then PUBLICLY claimed only a "faint connection."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Kennedy sent a cable saying the US "cannot condone assassination" — TWO DAYS before the hit. Weapons already delivered.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Church Committee confirmed this as ONE OF FIVE CIA assassination plots against foreign leaders.</a:t>
            </a:r>
          </a:p>
        </p:txBody>
      </p:sp>
      <p:pic>
        <p:nvPicPr>
          <p:cNvPr id="16" name="Picture 15" descr="Rafael_Trujill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420" y="1100088"/>
            <a:ext cx="272912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Russia's UN Ambassador died SUDDENLY in New York, one day before his 65th birthday. Autopsy results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NYC Medical Examiner said cause of death needed "further study" — then the US State Department BLOCKED the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also opposed disclosure, saying the results could "HURT HIS REPUTATION." A cryptic comment that fuels speculation.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during a cluster of at least SIX Russian diplomat deaths in a four-month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governments — the US AND Russia — actively conspired to keep the public from knowing HOW he died.</a:t>
            </a:r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686" y="1100088"/>
            <a:ext cx="254459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Zelimkhan Yandarbiyev: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Zelimkhan Yandarbiyev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Chechen president killed by a CAR BOMB in Qatar. His 13-year-old son was in the car and critically injured.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51. Poet, children's author, and father of Chechen independence. Assassinated after Friday PRAYERS at a mosque.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GRU agents CAUGHT, TRIED, and CONVICTED by a Qatari court — found to have acted on orders from Russia's Defense Minister.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forced Qatar to send the agents HOME. They got a HEROES' WELCOME in Moscow and were NEVER imprisoned.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prison officials openly said the Qatari life sentence was "IRRELEVANT" in Russia.</a:t>
            </a:r>
          </a:p>
        </p:txBody>
      </p:sp>
      <p:pic>
        <p:nvPicPr>
          <p:cNvPr id="16" name="Picture 15" descr="Zelimkhan_Yandarbiy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974" y="1100088"/>
            <a:ext cx="2564018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2361</Words>
  <Application>Microsoft Macintosh PowerPoint</Application>
  <PresentationFormat>Widescreen</PresentationFormat>
  <Paragraphs>198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45</cp:revision>
  <dcterms:created xsi:type="dcterms:W3CDTF">2026-02-13T11:27:00Z</dcterms:created>
  <dcterms:modified xsi:type="dcterms:W3CDTF">2026-03-30T18:04:12Z</dcterms:modified>
</cp:coreProperties>
</file>